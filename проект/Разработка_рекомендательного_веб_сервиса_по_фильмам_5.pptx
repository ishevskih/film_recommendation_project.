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5"/>
  </p:notesMasterIdLst>
  <p:handoutMasterIdLst>
    <p:handoutMasterId r:id="rId16"/>
  </p:handoutMasterIdLst>
  <p:sldIdLst>
    <p:sldId id="296" r:id="rId5"/>
    <p:sldId id="315" r:id="rId6"/>
    <p:sldId id="313" r:id="rId7"/>
    <p:sldId id="312" r:id="rId8"/>
    <p:sldId id="316" r:id="rId9"/>
    <p:sldId id="322" r:id="rId10"/>
    <p:sldId id="319" r:id="rId11"/>
    <p:sldId id="320" r:id="rId12"/>
    <p:sldId id="323" r:id="rId13"/>
    <p:sldId id="318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26" autoAdjust="0"/>
  </p:normalViewPr>
  <p:slideViewPr>
    <p:cSldViewPr snapToGrid="0">
      <p:cViewPr varScale="1">
        <p:scale>
          <a:sx n="89" d="100"/>
          <a:sy n="89" d="100"/>
        </p:scale>
        <p:origin x="21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B5657-2ACC-4AF6-ABEF-A21D8BFC7461}" type="doc">
      <dgm:prSet loTypeId="urn:microsoft.com/office/officeart/2005/8/layout/cycle2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C294E14-0721-411B-AC54-B120E9EA4C10}">
      <dgm:prSet phldrT="[Текст]" custT="1"/>
      <dgm:spPr/>
      <dgm:t>
        <a:bodyPr/>
        <a:lstStyle/>
        <a:p>
          <a:r>
            <a:rPr lang="ru-RU" sz="12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Пользователь</a:t>
          </a:r>
        </a:p>
      </dgm:t>
    </dgm:pt>
    <dgm:pt modelId="{97EA3184-82DF-45C1-B584-2691978D7954}" type="parTrans" cxnId="{560D5D2E-FA20-4FD1-822C-604D2276CCE0}">
      <dgm:prSet/>
      <dgm:spPr/>
      <dgm:t>
        <a:bodyPr/>
        <a:lstStyle/>
        <a:p>
          <a:endParaRPr lang="ru-RU"/>
        </a:p>
      </dgm:t>
    </dgm:pt>
    <dgm:pt modelId="{E8BE4B26-B561-48F6-9BA3-D05962ED4BA8}" type="sibTrans" cxnId="{560D5D2E-FA20-4FD1-822C-604D2276CCE0}">
      <dgm:prSet/>
      <dgm:spPr/>
      <dgm:t>
        <a:bodyPr/>
        <a:lstStyle/>
        <a:p>
          <a:endParaRPr lang="ru-RU"/>
        </a:p>
      </dgm:t>
    </dgm:pt>
    <dgm:pt modelId="{C577A4B5-79B2-4DC2-89EC-549979314857}">
      <dgm:prSet phldrT="[Текст]" custT="1"/>
      <dgm:spPr/>
      <dgm:t>
        <a:bodyPr/>
        <a:lstStyle/>
        <a:p>
          <a:r>
            <a:rPr lang="ru-RU" sz="12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Оценка</a:t>
          </a:r>
        </a:p>
      </dgm:t>
    </dgm:pt>
    <dgm:pt modelId="{FDE4B2DE-3C70-471A-BA4C-5A269102908A}" type="parTrans" cxnId="{430DF0FE-F6C9-481D-B943-6C606C3F7769}">
      <dgm:prSet/>
      <dgm:spPr/>
      <dgm:t>
        <a:bodyPr/>
        <a:lstStyle/>
        <a:p>
          <a:endParaRPr lang="ru-RU"/>
        </a:p>
      </dgm:t>
    </dgm:pt>
    <dgm:pt modelId="{0F6C4F4C-1D91-4E8F-96C7-3AD3CE0F2997}" type="sibTrans" cxnId="{430DF0FE-F6C9-481D-B943-6C606C3F7769}">
      <dgm:prSet/>
      <dgm:spPr/>
      <dgm:t>
        <a:bodyPr/>
        <a:lstStyle/>
        <a:p>
          <a:endParaRPr lang="ru-RU"/>
        </a:p>
      </dgm:t>
    </dgm:pt>
    <dgm:pt modelId="{C3B638ED-4D06-4747-A1AE-AEDB7D39A267}">
      <dgm:prSet phldrT="[Текст]"/>
      <dgm:spPr/>
      <dgm:t>
        <a:bodyPr/>
        <a:lstStyle/>
        <a:p>
          <a:r>
            <a:rPr lang="ru-RU" b="1" i="0" dirty="0"/>
            <a:t>Профиль</a:t>
          </a:r>
        </a:p>
      </dgm:t>
    </dgm:pt>
    <dgm:pt modelId="{2FA1D7B3-E694-4F61-A81B-2BBABF2B002B}" type="parTrans" cxnId="{0C20D54A-4ED2-4484-BB92-EC9BFE26B046}">
      <dgm:prSet/>
      <dgm:spPr/>
      <dgm:t>
        <a:bodyPr/>
        <a:lstStyle/>
        <a:p>
          <a:endParaRPr lang="ru-RU"/>
        </a:p>
      </dgm:t>
    </dgm:pt>
    <dgm:pt modelId="{3C7B7AE4-20B0-490A-AD0B-5EC27318B7E5}" type="sibTrans" cxnId="{0C20D54A-4ED2-4484-BB92-EC9BFE26B046}">
      <dgm:prSet/>
      <dgm:spPr/>
      <dgm:t>
        <a:bodyPr/>
        <a:lstStyle/>
        <a:p>
          <a:endParaRPr lang="ru-RU"/>
        </a:p>
      </dgm:t>
    </dgm:pt>
    <dgm:pt modelId="{431ADDC6-8CFA-4638-9CF7-BCA2ADE05446}">
      <dgm:prSet phldrT="[Текст]"/>
      <dgm:spPr/>
      <dgm:t>
        <a:bodyPr/>
        <a:lstStyle/>
        <a:p>
          <a:r>
            <a:rPr lang="ru-RU" b="1" i="0" dirty="0"/>
            <a:t>Алгоритм</a:t>
          </a:r>
        </a:p>
      </dgm:t>
    </dgm:pt>
    <dgm:pt modelId="{35696269-B579-4478-8C6F-A26D530CFA57}" type="parTrans" cxnId="{DE2393EE-65C9-4B32-94E0-4A2F60B21D62}">
      <dgm:prSet/>
      <dgm:spPr/>
      <dgm:t>
        <a:bodyPr/>
        <a:lstStyle/>
        <a:p>
          <a:endParaRPr lang="ru-RU"/>
        </a:p>
      </dgm:t>
    </dgm:pt>
    <dgm:pt modelId="{6FB66E8E-6125-4945-9435-A3B41D99F2DC}" type="sibTrans" cxnId="{DE2393EE-65C9-4B32-94E0-4A2F60B21D62}">
      <dgm:prSet/>
      <dgm:spPr/>
      <dgm:t>
        <a:bodyPr/>
        <a:lstStyle/>
        <a:p>
          <a:endParaRPr lang="ru-RU"/>
        </a:p>
      </dgm:t>
    </dgm:pt>
    <dgm:pt modelId="{79354A75-5B9B-4C56-9CAC-3610B65DFC77}">
      <dgm:prSet phldrT="[Текст]"/>
      <dgm:spPr/>
      <dgm:t>
        <a:bodyPr/>
        <a:lstStyle/>
        <a:p>
          <a:r>
            <a:rPr lang="ru-RU" b="1" i="0" dirty="0"/>
            <a:t>Рекомендация</a:t>
          </a:r>
        </a:p>
      </dgm:t>
    </dgm:pt>
    <dgm:pt modelId="{704FD8C9-68A2-4FF3-A6E9-46D99681A5BF}" type="parTrans" cxnId="{905AE700-ABAB-430F-820B-626F1FBAC204}">
      <dgm:prSet/>
      <dgm:spPr/>
      <dgm:t>
        <a:bodyPr/>
        <a:lstStyle/>
        <a:p>
          <a:endParaRPr lang="ru-RU"/>
        </a:p>
      </dgm:t>
    </dgm:pt>
    <dgm:pt modelId="{622621F6-6047-4967-B20E-D244C0EC1232}" type="sibTrans" cxnId="{905AE700-ABAB-430F-820B-626F1FBAC204}">
      <dgm:prSet/>
      <dgm:spPr/>
      <dgm:t>
        <a:bodyPr/>
        <a:lstStyle/>
        <a:p>
          <a:endParaRPr lang="ru-RU"/>
        </a:p>
      </dgm:t>
    </dgm:pt>
    <dgm:pt modelId="{2EEDC040-3251-4F37-895A-ACF19A5B5CC1}" type="pres">
      <dgm:prSet presAssocID="{D09B5657-2ACC-4AF6-ABEF-A21D8BFC7461}" presName="cycle" presStyleCnt="0">
        <dgm:presLayoutVars>
          <dgm:dir/>
          <dgm:resizeHandles val="exact"/>
        </dgm:presLayoutVars>
      </dgm:prSet>
      <dgm:spPr/>
    </dgm:pt>
    <dgm:pt modelId="{57A942B3-47CF-4CD5-9788-1B491DB5B9DC}" type="pres">
      <dgm:prSet presAssocID="{AC294E14-0721-411B-AC54-B120E9EA4C10}" presName="node" presStyleLbl="node1" presStyleIdx="0" presStyleCnt="5">
        <dgm:presLayoutVars>
          <dgm:bulletEnabled val="1"/>
        </dgm:presLayoutVars>
      </dgm:prSet>
      <dgm:spPr/>
    </dgm:pt>
    <dgm:pt modelId="{7AA372DA-D31C-480F-A863-4E66E6A33FD9}" type="pres">
      <dgm:prSet presAssocID="{E8BE4B26-B561-48F6-9BA3-D05962ED4BA8}" presName="sibTrans" presStyleLbl="sibTrans2D1" presStyleIdx="0" presStyleCnt="5" custScaleX="139193"/>
      <dgm:spPr/>
    </dgm:pt>
    <dgm:pt modelId="{748312D6-B2A3-42EF-887B-61A5507ACD87}" type="pres">
      <dgm:prSet presAssocID="{E8BE4B26-B561-48F6-9BA3-D05962ED4BA8}" presName="connectorText" presStyleLbl="sibTrans2D1" presStyleIdx="0" presStyleCnt="5"/>
      <dgm:spPr/>
    </dgm:pt>
    <dgm:pt modelId="{F888552A-5DDB-4E9D-A246-9B6C5F36FB38}" type="pres">
      <dgm:prSet presAssocID="{C577A4B5-79B2-4DC2-89EC-549979314857}" presName="node" presStyleLbl="node1" presStyleIdx="1" presStyleCnt="5">
        <dgm:presLayoutVars>
          <dgm:bulletEnabled val="1"/>
        </dgm:presLayoutVars>
      </dgm:prSet>
      <dgm:spPr/>
    </dgm:pt>
    <dgm:pt modelId="{2E475767-A940-4824-A1F9-ED5132461D6F}" type="pres">
      <dgm:prSet presAssocID="{0F6C4F4C-1D91-4E8F-96C7-3AD3CE0F2997}" presName="sibTrans" presStyleLbl="sibTrans2D1" presStyleIdx="1" presStyleCnt="5" custScaleX="139193"/>
      <dgm:spPr/>
    </dgm:pt>
    <dgm:pt modelId="{1EC783D6-DF20-44A4-B7D4-7D86F5DEC986}" type="pres">
      <dgm:prSet presAssocID="{0F6C4F4C-1D91-4E8F-96C7-3AD3CE0F2997}" presName="connectorText" presStyleLbl="sibTrans2D1" presStyleIdx="1" presStyleCnt="5"/>
      <dgm:spPr/>
    </dgm:pt>
    <dgm:pt modelId="{E893A946-8538-4567-B2BB-C8D55DCB1E7F}" type="pres">
      <dgm:prSet presAssocID="{C3B638ED-4D06-4747-A1AE-AEDB7D39A267}" presName="node" presStyleLbl="node1" presStyleIdx="2" presStyleCnt="5">
        <dgm:presLayoutVars>
          <dgm:bulletEnabled val="1"/>
        </dgm:presLayoutVars>
      </dgm:prSet>
      <dgm:spPr/>
    </dgm:pt>
    <dgm:pt modelId="{620699CC-6916-49B9-B3E2-2670F1DE60D8}" type="pres">
      <dgm:prSet presAssocID="{3C7B7AE4-20B0-490A-AD0B-5EC27318B7E5}" presName="sibTrans" presStyleLbl="sibTrans2D1" presStyleIdx="2" presStyleCnt="5" custScaleX="139193"/>
      <dgm:spPr/>
    </dgm:pt>
    <dgm:pt modelId="{5DE238D8-7824-4DFD-85EB-2BB5D8C99A66}" type="pres">
      <dgm:prSet presAssocID="{3C7B7AE4-20B0-490A-AD0B-5EC27318B7E5}" presName="connectorText" presStyleLbl="sibTrans2D1" presStyleIdx="2" presStyleCnt="5"/>
      <dgm:spPr/>
    </dgm:pt>
    <dgm:pt modelId="{B2DCDCF3-B749-4488-9BF4-80B09C4BE7A1}" type="pres">
      <dgm:prSet presAssocID="{431ADDC6-8CFA-4638-9CF7-BCA2ADE05446}" presName="node" presStyleLbl="node1" presStyleIdx="3" presStyleCnt="5">
        <dgm:presLayoutVars>
          <dgm:bulletEnabled val="1"/>
        </dgm:presLayoutVars>
      </dgm:prSet>
      <dgm:spPr/>
    </dgm:pt>
    <dgm:pt modelId="{F95FFD0A-CDC3-448F-9C98-70287B5F75D2}" type="pres">
      <dgm:prSet presAssocID="{6FB66E8E-6125-4945-9435-A3B41D99F2DC}" presName="sibTrans" presStyleLbl="sibTrans2D1" presStyleIdx="3" presStyleCnt="5" custScaleX="139193"/>
      <dgm:spPr/>
    </dgm:pt>
    <dgm:pt modelId="{9216CEE3-A88C-4652-A2F7-2C8FD6A21220}" type="pres">
      <dgm:prSet presAssocID="{6FB66E8E-6125-4945-9435-A3B41D99F2DC}" presName="connectorText" presStyleLbl="sibTrans2D1" presStyleIdx="3" presStyleCnt="5"/>
      <dgm:spPr/>
    </dgm:pt>
    <dgm:pt modelId="{BD02737A-DE0B-4EB8-9456-C33EC1629A76}" type="pres">
      <dgm:prSet presAssocID="{79354A75-5B9B-4C56-9CAC-3610B65DFC77}" presName="node" presStyleLbl="node1" presStyleIdx="4" presStyleCnt="5">
        <dgm:presLayoutVars>
          <dgm:bulletEnabled val="1"/>
        </dgm:presLayoutVars>
      </dgm:prSet>
      <dgm:spPr/>
    </dgm:pt>
    <dgm:pt modelId="{406E466E-08F0-4DA2-8408-FE9F07246144}" type="pres">
      <dgm:prSet presAssocID="{622621F6-6047-4967-B20E-D244C0EC1232}" presName="sibTrans" presStyleLbl="sibTrans2D1" presStyleIdx="4" presStyleCnt="5" custScaleX="139193"/>
      <dgm:spPr/>
    </dgm:pt>
    <dgm:pt modelId="{DBAB1148-A71E-4686-A80F-F58E985D99F4}" type="pres">
      <dgm:prSet presAssocID="{622621F6-6047-4967-B20E-D244C0EC1232}" presName="connectorText" presStyleLbl="sibTrans2D1" presStyleIdx="4" presStyleCnt="5"/>
      <dgm:spPr/>
    </dgm:pt>
  </dgm:ptLst>
  <dgm:cxnLst>
    <dgm:cxn modelId="{905AE700-ABAB-430F-820B-626F1FBAC204}" srcId="{D09B5657-2ACC-4AF6-ABEF-A21D8BFC7461}" destId="{79354A75-5B9B-4C56-9CAC-3610B65DFC77}" srcOrd="4" destOrd="0" parTransId="{704FD8C9-68A2-4FF3-A6E9-46D99681A5BF}" sibTransId="{622621F6-6047-4967-B20E-D244C0EC1232}"/>
    <dgm:cxn modelId="{F1DFEB0C-E65B-4ECA-8B1C-B0AFE9E86626}" type="presOf" srcId="{0F6C4F4C-1D91-4E8F-96C7-3AD3CE0F2997}" destId="{2E475767-A940-4824-A1F9-ED5132461D6F}" srcOrd="0" destOrd="0" presId="urn:microsoft.com/office/officeart/2005/8/layout/cycle2"/>
    <dgm:cxn modelId="{EF40A922-334B-4A29-ACD7-C373FFD892E8}" type="presOf" srcId="{0F6C4F4C-1D91-4E8F-96C7-3AD3CE0F2997}" destId="{1EC783D6-DF20-44A4-B7D4-7D86F5DEC986}" srcOrd="1" destOrd="0" presId="urn:microsoft.com/office/officeart/2005/8/layout/cycle2"/>
    <dgm:cxn modelId="{90C12B24-09E0-483D-8B2F-799610D6D275}" type="presOf" srcId="{D09B5657-2ACC-4AF6-ABEF-A21D8BFC7461}" destId="{2EEDC040-3251-4F37-895A-ACF19A5B5CC1}" srcOrd="0" destOrd="0" presId="urn:microsoft.com/office/officeart/2005/8/layout/cycle2"/>
    <dgm:cxn modelId="{560D5D2E-FA20-4FD1-822C-604D2276CCE0}" srcId="{D09B5657-2ACC-4AF6-ABEF-A21D8BFC7461}" destId="{AC294E14-0721-411B-AC54-B120E9EA4C10}" srcOrd="0" destOrd="0" parTransId="{97EA3184-82DF-45C1-B584-2691978D7954}" sibTransId="{E8BE4B26-B561-48F6-9BA3-D05962ED4BA8}"/>
    <dgm:cxn modelId="{5E76AB38-153F-463D-B985-57C26BD766FF}" type="presOf" srcId="{79354A75-5B9B-4C56-9CAC-3610B65DFC77}" destId="{BD02737A-DE0B-4EB8-9456-C33EC1629A76}" srcOrd="0" destOrd="0" presId="urn:microsoft.com/office/officeart/2005/8/layout/cycle2"/>
    <dgm:cxn modelId="{51541D5C-4577-40B0-AA7A-F3567957E022}" type="presOf" srcId="{431ADDC6-8CFA-4638-9CF7-BCA2ADE05446}" destId="{B2DCDCF3-B749-4488-9BF4-80B09C4BE7A1}" srcOrd="0" destOrd="0" presId="urn:microsoft.com/office/officeart/2005/8/layout/cycle2"/>
    <dgm:cxn modelId="{B353FD5D-236C-4E73-8201-9ABBC39F1097}" type="presOf" srcId="{3C7B7AE4-20B0-490A-AD0B-5EC27318B7E5}" destId="{620699CC-6916-49B9-B3E2-2670F1DE60D8}" srcOrd="0" destOrd="0" presId="urn:microsoft.com/office/officeart/2005/8/layout/cycle2"/>
    <dgm:cxn modelId="{0C20D54A-4ED2-4484-BB92-EC9BFE26B046}" srcId="{D09B5657-2ACC-4AF6-ABEF-A21D8BFC7461}" destId="{C3B638ED-4D06-4747-A1AE-AEDB7D39A267}" srcOrd="2" destOrd="0" parTransId="{2FA1D7B3-E694-4F61-A81B-2BBABF2B002B}" sibTransId="{3C7B7AE4-20B0-490A-AD0B-5EC27318B7E5}"/>
    <dgm:cxn modelId="{0F470C6D-3135-47C7-9C88-2978E13A157D}" type="presOf" srcId="{6FB66E8E-6125-4945-9435-A3B41D99F2DC}" destId="{F95FFD0A-CDC3-448F-9C98-70287B5F75D2}" srcOrd="0" destOrd="0" presId="urn:microsoft.com/office/officeart/2005/8/layout/cycle2"/>
    <dgm:cxn modelId="{28F11E4D-9F38-4F52-A0EC-31490420A45A}" type="presOf" srcId="{E8BE4B26-B561-48F6-9BA3-D05962ED4BA8}" destId="{748312D6-B2A3-42EF-887B-61A5507ACD87}" srcOrd="1" destOrd="0" presId="urn:microsoft.com/office/officeart/2005/8/layout/cycle2"/>
    <dgm:cxn modelId="{A8E5584D-D124-45FB-809E-4F762C55B18A}" type="presOf" srcId="{C577A4B5-79B2-4DC2-89EC-549979314857}" destId="{F888552A-5DDB-4E9D-A246-9B6C5F36FB38}" srcOrd="0" destOrd="0" presId="urn:microsoft.com/office/officeart/2005/8/layout/cycle2"/>
    <dgm:cxn modelId="{3249DC6F-8A34-4166-AE0D-CD758F4A9F59}" type="presOf" srcId="{6FB66E8E-6125-4945-9435-A3B41D99F2DC}" destId="{9216CEE3-A88C-4652-A2F7-2C8FD6A21220}" srcOrd="1" destOrd="0" presId="urn:microsoft.com/office/officeart/2005/8/layout/cycle2"/>
    <dgm:cxn modelId="{25E63E8C-8CF4-43CE-9CD1-9D747677ED7E}" type="presOf" srcId="{622621F6-6047-4967-B20E-D244C0EC1232}" destId="{DBAB1148-A71E-4686-A80F-F58E985D99F4}" srcOrd="1" destOrd="0" presId="urn:microsoft.com/office/officeart/2005/8/layout/cycle2"/>
    <dgm:cxn modelId="{FF85AF99-7836-4583-9902-CB1736CDF68D}" type="presOf" srcId="{AC294E14-0721-411B-AC54-B120E9EA4C10}" destId="{57A942B3-47CF-4CD5-9788-1B491DB5B9DC}" srcOrd="0" destOrd="0" presId="urn:microsoft.com/office/officeart/2005/8/layout/cycle2"/>
    <dgm:cxn modelId="{964BB5A5-EC8E-4149-84C3-D33381F7B944}" type="presOf" srcId="{622621F6-6047-4967-B20E-D244C0EC1232}" destId="{406E466E-08F0-4DA2-8408-FE9F07246144}" srcOrd="0" destOrd="0" presId="urn:microsoft.com/office/officeart/2005/8/layout/cycle2"/>
    <dgm:cxn modelId="{DE2393EE-65C9-4B32-94E0-4A2F60B21D62}" srcId="{D09B5657-2ACC-4AF6-ABEF-A21D8BFC7461}" destId="{431ADDC6-8CFA-4638-9CF7-BCA2ADE05446}" srcOrd="3" destOrd="0" parTransId="{35696269-B579-4478-8C6F-A26D530CFA57}" sibTransId="{6FB66E8E-6125-4945-9435-A3B41D99F2DC}"/>
    <dgm:cxn modelId="{3F50E3F1-AD1F-4691-8515-46195CC2D50F}" type="presOf" srcId="{E8BE4B26-B561-48F6-9BA3-D05962ED4BA8}" destId="{7AA372DA-D31C-480F-A863-4E66E6A33FD9}" srcOrd="0" destOrd="0" presId="urn:microsoft.com/office/officeart/2005/8/layout/cycle2"/>
    <dgm:cxn modelId="{C9B2C2F5-6712-4C47-92E2-22952DC4C6AA}" type="presOf" srcId="{3C7B7AE4-20B0-490A-AD0B-5EC27318B7E5}" destId="{5DE238D8-7824-4DFD-85EB-2BB5D8C99A66}" srcOrd="1" destOrd="0" presId="urn:microsoft.com/office/officeart/2005/8/layout/cycle2"/>
    <dgm:cxn modelId="{430DF0FE-F6C9-481D-B943-6C606C3F7769}" srcId="{D09B5657-2ACC-4AF6-ABEF-A21D8BFC7461}" destId="{C577A4B5-79B2-4DC2-89EC-549979314857}" srcOrd="1" destOrd="0" parTransId="{FDE4B2DE-3C70-471A-BA4C-5A269102908A}" sibTransId="{0F6C4F4C-1D91-4E8F-96C7-3AD3CE0F2997}"/>
    <dgm:cxn modelId="{DE5F82FF-A288-4F74-95EF-694985AC6A21}" type="presOf" srcId="{C3B638ED-4D06-4747-A1AE-AEDB7D39A267}" destId="{E893A946-8538-4567-B2BB-C8D55DCB1E7F}" srcOrd="0" destOrd="0" presId="urn:microsoft.com/office/officeart/2005/8/layout/cycle2"/>
    <dgm:cxn modelId="{30E5135A-87F5-485E-BE6B-011BD61F6B68}" type="presParOf" srcId="{2EEDC040-3251-4F37-895A-ACF19A5B5CC1}" destId="{57A942B3-47CF-4CD5-9788-1B491DB5B9DC}" srcOrd="0" destOrd="0" presId="urn:microsoft.com/office/officeart/2005/8/layout/cycle2"/>
    <dgm:cxn modelId="{203F9E47-EF9E-4CE0-8AC7-6A4DA9702592}" type="presParOf" srcId="{2EEDC040-3251-4F37-895A-ACF19A5B5CC1}" destId="{7AA372DA-D31C-480F-A863-4E66E6A33FD9}" srcOrd="1" destOrd="0" presId="urn:microsoft.com/office/officeart/2005/8/layout/cycle2"/>
    <dgm:cxn modelId="{54693E50-D9A7-40EE-AEC3-34A13BBE567A}" type="presParOf" srcId="{7AA372DA-D31C-480F-A863-4E66E6A33FD9}" destId="{748312D6-B2A3-42EF-887B-61A5507ACD87}" srcOrd="0" destOrd="0" presId="urn:microsoft.com/office/officeart/2005/8/layout/cycle2"/>
    <dgm:cxn modelId="{46509502-8DAF-4E8E-84A0-63593E8BCE5F}" type="presParOf" srcId="{2EEDC040-3251-4F37-895A-ACF19A5B5CC1}" destId="{F888552A-5DDB-4E9D-A246-9B6C5F36FB38}" srcOrd="2" destOrd="0" presId="urn:microsoft.com/office/officeart/2005/8/layout/cycle2"/>
    <dgm:cxn modelId="{4F961A02-115A-48A9-BA3B-4112DC35C13E}" type="presParOf" srcId="{2EEDC040-3251-4F37-895A-ACF19A5B5CC1}" destId="{2E475767-A940-4824-A1F9-ED5132461D6F}" srcOrd="3" destOrd="0" presId="urn:microsoft.com/office/officeart/2005/8/layout/cycle2"/>
    <dgm:cxn modelId="{BB78AD35-3356-4EBE-9679-61EB4AFACCB5}" type="presParOf" srcId="{2E475767-A940-4824-A1F9-ED5132461D6F}" destId="{1EC783D6-DF20-44A4-B7D4-7D86F5DEC986}" srcOrd="0" destOrd="0" presId="urn:microsoft.com/office/officeart/2005/8/layout/cycle2"/>
    <dgm:cxn modelId="{436534F7-8A79-4F3B-A3F0-52081B008717}" type="presParOf" srcId="{2EEDC040-3251-4F37-895A-ACF19A5B5CC1}" destId="{E893A946-8538-4567-B2BB-C8D55DCB1E7F}" srcOrd="4" destOrd="0" presId="urn:microsoft.com/office/officeart/2005/8/layout/cycle2"/>
    <dgm:cxn modelId="{469342F8-4BD4-4961-8C40-D52CA2E55140}" type="presParOf" srcId="{2EEDC040-3251-4F37-895A-ACF19A5B5CC1}" destId="{620699CC-6916-49B9-B3E2-2670F1DE60D8}" srcOrd="5" destOrd="0" presId="urn:microsoft.com/office/officeart/2005/8/layout/cycle2"/>
    <dgm:cxn modelId="{80224FEC-6235-41C4-998A-5A110C744143}" type="presParOf" srcId="{620699CC-6916-49B9-B3E2-2670F1DE60D8}" destId="{5DE238D8-7824-4DFD-85EB-2BB5D8C99A66}" srcOrd="0" destOrd="0" presId="urn:microsoft.com/office/officeart/2005/8/layout/cycle2"/>
    <dgm:cxn modelId="{27DD89DF-BAB7-4361-949D-5574BCEF66CA}" type="presParOf" srcId="{2EEDC040-3251-4F37-895A-ACF19A5B5CC1}" destId="{B2DCDCF3-B749-4488-9BF4-80B09C4BE7A1}" srcOrd="6" destOrd="0" presId="urn:microsoft.com/office/officeart/2005/8/layout/cycle2"/>
    <dgm:cxn modelId="{0CC818FF-ABF9-4F7F-A199-D1D2639D7A37}" type="presParOf" srcId="{2EEDC040-3251-4F37-895A-ACF19A5B5CC1}" destId="{F95FFD0A-CDC3-448F-9C98-70287B5F75D2}" srcOrd="7" destOrd="0" presId="urn:microsoft.com/office/officeart/2005/8/layout/cycle2"/>
    <dgm:cxn modelId="{AD2AADBD-360E-4CF1-BE16-52A1718D4517}" type="presParOf" srcId="{F95FFD0A-CDC3-448F-9C98-70287B5F75D2}" destId="{9216CEE3-A88C-4652-A2F7-2C8FD6A21220}" srcOrd="0" destOrd="0" presId="urn:microsoft.com/office/officeart/2005/8/layout/cycle2"/>
    <dgm:cxn modelId="{FF2040D8-79C2-41D2-97A2-4D9DCF60F33B}" type="presParOf" srcId="{2EEDC040-3251-4F37-895A-ACF19A5B5CC1}" destId="{BD02737A-DE0B-4EB8-9456-C33EC1629A76}" srcOrd="8" destOrd="0" presId="urn:microsoft.com/office/officeart/2005/8/layout/cycle2"/>
    <dgm:cxn modelId="{23A32BFF-5218-4FBD-BF5A-69945598D113}" type="presParOf" srcId="{2EEDC040-3251-4F37-895A-ACF19A5B5CC1}" destId="{406E466E-08F0-4DA2-8408-FE9F07246144}" srcOrd="9" destOrd="0" presId="urn:microsoft.com/office/officeart/2005/8/layout/cycle2"/>
    <dgm:cxn modelId="{370E0863-D600-47D4-B710-31DBCBB77796}" type="presParOf" srcId="{406E466E-08F0-4DA2-8408-FE9F07246144}" destId="{DBAB1148-A71E-4686-A80F-F58E985D99F4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942B3-47CF-4CD5-9788-1B491DB5B9DC}">
      <dsp:nvSpPr>
        <dsp:cNvPr id="0" name=""/>
        <dsp:cNvSpPr/>
      </dsp:nvSpPr>
      <dsp:spPr>
        <a:xfrm>
          <a:off x="2496172" y="584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Пользователь</a:t>
          </a:r>
        </a:p>
      </dsp:txBody>
      <dsp:txXfrm>
        <a:off x="2707362" y="211774"/>
        <a:ext cx="1019713" cy="1019713"/>
      </dsp:txXfrm>
    </dsp:sp>
    <dsp:sp modelId="{7AA372DA-D31C-480F-A863-4E66E6A33FD9}">
      <dsp:nvSpPr>
        <dsp:cNvPr id="0" name=""/>
        <dsp:cNvSpPr/>
      </dsp:nvSpPr>
      <dsp:spPr>
        <a:xfrm rot="2160000">
          <a:off x="3817525" y="1107821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>
        <a:off x="3831468" y="1162250"/>
        <a:ext cx="386360" cy="292024"/>
      </dsp:txXfrm>
    </dsp:sp>
    <dsp:sp modelId="{F888552A-5DDB-4E9D-A246-9B6C5F36FB38}">
      <dsp:nvSpPr>
        <dsp:cNvPr id="0" name=""/>
        <dsp:cNvSpPr/>
      </dsp:nvSpPr>
      <dsp:spPr>
        <a:xfrm>
          <a:off x="4246671" y="1272397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Оценка</a:t>
          </a:r>
        </a:p>
      </dsp:txBody>
      <dsp:txXfrm>
        <a:off x="4457861" y="1483587"/>
        <a:ext cx="1019713" cy="1019713"/>
      </dsp:txXfrm>
    </dsp:sp>
    <dsp:sp modelId="{2E475767-A940-4824-A1F9-ED5132461D6F}">
      <dsp:nvSpPr>
        <dsp:cNvPr id="0" name=""/>
        <dsp:cNvSpPr/>
      </dsp:nvSpPr>
      <dsp:spPr>
        <a:xfrm rot="6480000">
          <a:off x="4370561" y="2768713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 rot="10800000">
        <a:off x="4466127" y="2796621"/>
        <a:ext cx="386360" cy="292024"/>
      </dsp:txXfrm>
    </dsp:sp>
    <dsp:sp modelId="{E893A946-8538-4567-B2BB-C8D55DCB1E7F}">
      <dsp:nvSpPr>
        <dsp:cNvPr id="0" name=""/>
        <dsp:cNvSpPr/>
      </dsp:nvSpPr>
      <dsp:spPr>
        <a:xfrm>
          <a:off x="3578040" y="3330232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i="0" kern="1200" dirty="0"/>
            <a:t>Профиль</a:t>
          </a:r>
        </a:p>
      </dsp:txBody>
      <dsp:txXfrm>
        <a:off x="3789230" y="3541422"/>
        <a:ext cx="1019713" cy="1019713"/>
      </dsp:txXfrm>
    </dsp:sp>
    <dsp:sp modelId="{620699CC-6916-49B9-B3E2-2670F1DE60D8}">
      <dsp:nvSpPr>
        <dsp:cNvPr id="0" name=""/>
        <dsp:cNvSpPr/>
      </dsp:nvSpPr>
      <dsp:spPr>
        <a:xfrm rot="10800000">
          <a:off x="2961857" y="3807926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 rot="10800000">
        <a:off x="3107869" y="3905267"/>
        <a:ext cx="386360" cy="292024"/>
      </dsp:txXfrm>
    </dsp:sp>
    <dsp:sp modelId="{B2DCDCF3-B749-4488-9BF4-80B09C4BE7A1}">
      <dsp:nvSpPr>
        <dsp:cNvPr id="0" name=""/>
        <dsp:cNvSpPr/>
      </dsp:nvSpPr>
      <dsp:spPr>
        <a:xfrm>
          <a:off x="1414304" y="3330232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i="0" kern="1200" dirty="0"/>
            <a:t>Алгоритм</a:t>
          </a:r>
        </a:p>
      </dsp:txBody>
      <dsp:txXfrm>
        <a:off x="1625494" y="3541422"/>
        <a:ext cx="1019713" cy="1019713"/>
      </dsp:txXfrm>
    </dsp:sp>
    <dsp:sp modelId="{F95FFD0A-CDC3-448F-9C98-70287B5F75D2}">
      <dsp:nvSpPr>
        <dsp:cNvPr id="0" name=""/>
        <dsp:cNvSpPr/>
      </dsp:nvSpPr>
      <dsp:spPr>
        <a:xfrm rot="15120000">
          <a:off x="1538193" y="2789303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 rot="10800000">
        <a:off x="1633759" y="2956077"/>
        <a:ext cx="386360" cy="292024"/>
      </dsp:txXfrm>
    </dsp:sp>
    <dsp:sp modelId="{BD02737A-DE0B-4EB8-9456-C33EC1629A76}">
      <dsp:nvSpPr>
        <dsp:cNvPr id="0" name=""/>
        <dsp:cNvSpPr/>
      </dsp:nvSpPr>
      <dsp:spPr>
        <a:xfrm>
          <a:off x="745672" y="1272397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i="0" kern="1200" dirty="0"/>
            <a:t>Рекомендация</a:t>
          </a:r>
        </a:p>
      </dsp:txBody>
      <dsp:txXfrm>
        <a:off x="956862" y="1483587"/>
        <a:ext cx="1019713" cy="1019713"/>
      </dsp:txXfrm>
    </dsp:sp>
    <dsp:sp modelId="{406E466E-08F0-4DA2-8408-FE9F07246144}">
      <dsp:nvSpPr>
        <dsp:cNvPr id="0" name=""/>
        <dsp:cNvSpPr/>
      </dsp:nvSpPr>
      <dsp:spPr>
        <a:xfrm rot="19440000">
          <a:off x="2067025" y="1120547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>
        <a:off x="2080968" y="1260800"/>
        <a:ext cx="386360" cy="2920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верхнего колонтитула 1">
            <a:extLst>
              <a:ext uri="{FF2B5EF4-FFF2-40B4-BE49-F238E27FC236}">
                <a16:creationId xmlns:a16="http://schemas.microsoft.com/office/drawing/2014/main" id="{9457BDD2-FD8F-DB97-3B52-B87D6F3C20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Местозаполнитель даты 2">
            <a:extLst>
              <a:ext uri="{FF2B5EF4-FFF2-40B4-BE49-F238E27FC236}">
                <a16:creationId xmlns:a16="http://schemas.microsoft.com/office/drawing/2014/main" id="{79B646F6-9457-BD67-7C83-65FAA5E751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AE172289-79D2-4431-A12B-43817FB92575}" type="datetime1">
              <a:rPr lang="ru-RU" smtClean="0"/>
              <a:t>23.04.2026</a:t>
            </a:fld>
            <a:endParaRPr lang="ru-RU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12D0DE2B-367D-0F52-FAA8-3ACF1E4EAA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id="{8C8C8EAA-C094-412A-F8A7-2165B600C3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89D88172-A614-444B-9E98-71B10C8CDE5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5580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Место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8AEEC7E7-35EE-4598-B50C-869E10191483}" type="datetime1">
              <a:rPr lang="ru-RU" smtClean="0"/>
              <a:pPr/>
              <a:t>23.04.2026</a:t>
            </a:fld>
            <a:endParaRPr lang="ru-RU" dirty="0"/>
          </a:p>
        </p:txBody>
      </p:sp>
      <p:sp>
        <p:nvSpPr>
          <p:cNvPr id="4" name="Местозаполнитель изображения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Местозаполнитель 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главные стили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Местозаполнитель нижне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Местозаполнитель номера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30E6F85-6220-421D-9203-84F526C4C60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025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311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1444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285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631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8321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5588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406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093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58121AD-8518-1695-111E-C8CFF8A3D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4" y="0"/>
            <a:ext cx="12192004" cy="6858000"/>
            <a:chOff x="-4" y="0"/>
            <a:chExt cx="12192004" cy="6858000"/>
          </a:xfrm>
        </p:grpSpPr>
        <p:sp useBgFill="1"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-2" y="0"/>
              <a:ext cx="6096001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285750" indent="-285750" algn="ctr" rtl="0">
                <a:buFont typeface="Arial" panose="020B0604020202020204" pitchFamily="34" charset="0"/>
                <a:buChar char="•"/>
              </a:pPr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230DFABF-2A96-46EC-8C35-1C4A9D0A0739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 flipH="1">
              <a:off x="3489960" y="822961"/>
              <a:ext cx="5212080" cy="5212080"/>
            </a:xfrm>
            <a:prstGeom prst="ellipse">
              <a:avLst/>
            </a:pr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3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6" name="Полилиния: Фигура 19">
            <a:extLst>
              <a:ext uri="{FF2B5EF4-FFF2-40B4-BE49-F238E27FC236}">
                <a16:creationId xmlns:a16="http://schemas.microsoft.com/office/drawing/2014/main" id="{9829D3BA-2CE1-52FA-09B7-96BDEAF53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124200" y="459028"/>
            <a:ext cx="5943600" cy="5939944"/>
          </a:xfrm>
          <a:prstGeom prst="ellipse">
            <a:avLst/>
          </a:prstGeom>
          <a:gradFill flip="none" rotWithShape="1">
            <a:gsLst>
              <a:gs pos="7000">
                <a:schemeClr val="accent5">
                  <a:alpha val="30000"/>
                </a:schemeClr>
              </a:gs>
              <a:gs pos="100000">
                <a:schemeClr val="accent3">
                  <a:alpha val="2000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5360" y="1731702"/>
            <a:ext cx="10241280" cy="3394596"/>
          </a:xfrm>
        </p:spPr>
        <p:txBody>
          <a:bodyPr rtlCol="0" anchor="ctr" anchorCtr="0"/>
          <a:lstStyle>
            <a:lvl1pPr algn="ctr">
              <a:defRPr lang="ru-RU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253DD31-8C23-CEA0-7016-E263E3AE4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401228"/>
            <a:ext cx="12192000" cy="456772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tx2">
                  <a:lumMod val="50000"/>
                  <a:lumOff val="50000"/>
                  <a:alpha val="48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55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306F3896-19D4-4232-82CE-6C81979F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191D0E40-FF26-4842-B967-3FA07E78DC55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7BE4E0C1-B316-4C88-9FF8-5BA9F1C67DCE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6F7B3B56-B1E0-482A-BCB7-F6DFF267F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152400" y="161109"/>
            <a:ext cx="6400800" cy="6094466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966FDA2-772B-4D2A-AB6A-EE70A258E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2071713" y="2385989"/>
            <a:ext cx="1951041" cy="6094468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113291B3-B6EE-40A3-8DD7-FA478AD26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0635413">
            <a:off x="1810016" y="1721821"/>
            <a:ext cx="3900087" cy="4178958"/>
          </a:xfrm>
          <a:custGeom>
            <a:avLst/>
            <a:gdLst>
              <a:gd name="connsiteX0" fmla="*/ 2431955 w 3900087"/>
              <a:gd name="connsiteY0" fmla="*/ 93939 h 4178958"/>
              <a:gd name="connsiteX1" fmla="*/ 3900087 w 3900087"/>
              <a:gd name="connsiteY1" fmla="*/ 2089479 h 4178958"/>
              <a:gd name="connsiteX2" fmla="*/ 1810608 w 3900087"/>
              <a:gd name="connsiteY2" fmla="*/ 4178958 h 4178958"/>
              <a:gd name="connsiteX3" fmla="*/ 77979 w 3900087"/>
              <a:gd name="connsiteY3" fmla="*/ 3257727 h 4178958"/>
              <a:gd name="connsiteX4" fmla="*/ 0 w 3900087"/>
              <a:gd name="connsiteY4" fmla="*/ 3129368 h 4178958"/>
              <a:gd name="connsiteX5" fmla="*/ 831517 w 3900087"/>
              <a:gd name="connsiteY5" fmla="*/ 244058 h 4178958"/>
              <a:gd name="connsiteX6" fmla="*/ 997289 w 3900087"/>
              <a:gd name="connsiteY6" fmla="*/ 164202 h 4178958"/>
              <a:gd name="connsiteX7" fmla="*/ 1810608 w 3900087"/>
              <a:gd name="connsiteY7" fmla="*/ 0 h 4178958"/>
              <a:gd name="connsiteX8" fmla="*/ 2431955 w 390008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7" h="4178958">
                <a:moveTo>
                  <a:pt x="2431955" y="93939"/>
                </a:moveTo>
                <a:cubicBezTo>
                  <a:pt x="3282516" y="358491"/>
                  <a:pt x="3900087" y="1151865"/>
                  <a:pt x="3900087" y="2089479"/>
                </a:cubicBezTo>
                <a:cubicBezTo>
                  <a:pt x="3900087" y="3243466"/>
                  <a:pt x="2964595" y="4178958"/>
                  <a:pt x="1810608" y="4178958"/>
                </a:cubicBezTo>
                <a:cubicBezTo>
                  <a:pt x="1089366" y="4178958"/>
                  <a:pt x="453474" y="3813531"/>
                  <a:pt x="77979" y="3257727"/>
                </a:cubicBezTo>
                <a:lnTo>
                  <a:pt x="0" y="3129368"/>
                </a:lnTo>
                <a:lnTo>
                  <a:pt x="831517" y="244058"/>
                </a:lnTo>
                <a:lnTo>
                  <a:pt x="997289" y="164202"/>
                </a:lnTo>
                <a:cubicBezTo>
                  <a:pt x="1247270" y="58468"/>
                  <a:pt x="1522111" y="0"/>
                  <a:pt x="1810608" y="0"/>
                </a:cubicBezTo>
                <a:cubicBezTo>
                  <a:pt x="2026981" y="0"/>
                  <a:pt x="2235672" y="32888"/>
                  <a:pt x="2431955" y="93939"/>
                </a:cubicBezTo>
                <a:close/>
              </a:path>
            </a:pathLst>
          </a:custGeom>
          <a:gradFill>
            <a:gsLst>
              <a:gs pos="34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D997F7F-035E-456B-A91D-44910446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75528" y="-614277"/>
            <a:ext cx="4400609" cy="5637268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ED625ADC-8F5C-4D24-FB31-E0A0566E6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6314338" y="572611"/>
            <a:ext cx="5676110" cy="5167469"/>
          </a:xfrm>
          <a:custGeom>
            <a:avLst/>
            <a:gdLst>
              <a:gd name="connsiteX0" fmla="*/ 2370046 w 5676110"/>
              <a:gd name="connsiteY0" fmla="*/ 0 h 5167469"/>
              <a:gd name="connsiteX1" fmla="*/ 2370046 w 5676110"/>
              <a:gd name="connsiteY1" fmla="*/ 5165927 h 5167469"/>
              <a:gd name="connsiteX2" fmla="*/ 5676110 w 5676110"/>
              <a:gd name="connsiteY2" fmla="*/ 5165927 h 5167469"/>
              <a:gd name="connsiteX3" fmla="*/ 5676110 w 5676110"/>
              <a:gd name="connsiteY3" fmla="*/ 0 h 5167469"/>
              <a:gd name="connsiteX4" fmla="*/ 0 w 5676110"/>
              <a:gd name="connsiteY4" fmla="*/ 2584289 h 5167469"/>
              <a:gd name="connsiteX5" fmla="*/ 2273104 w 5676110"/>
              <a:gd name="connsiteY5" fmla="*/ 5162459 h 5167469"/>
              <a:gd name="connsiteX6" fmla="*/ 2370044 w 5676110"/>
              <a:gd name="connsiteY6" fmla="*/ 5167469 h 5167469"/>
              <a:gd name="connsiteX7" fmla="*/ 2370043 w 5676110"/>
              <a:gd name="connsiteY7" fmla="*/ 1109 h 5167469"/>
              <a:gd name="connsiteX8" fmla="*/ 2273104 w 5676110"/>
              <a:gd name="connsiteY8" fmla="*/ 6119 h 5167469"/>
              <a:gd name="connsiteX9" fmla="*/ 0 w 5676110"/>
              <a:gd name="connsiteY9" fmla="*/ 2584289 h 516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76110" h="5167469">
                <a:moveTo>
                  <a:pt x="2370046" y="0"/>
                </a:moveTo>
                <a:lnTo>
                  <a:pt x="2370046" y="5165927"/>
                </a:lnTo>
                <a:lnTo>
                  <a:pt x="5676110" y="5165927"/>
                </a:lnTo>
                <a:lnTo>
                  <a:pt x="5676110" y="0"/>
                </a:lnTo>
                <a:close/>
                <a:moveTo>
                  <a:pt x="0" y="2584289"/>
                </a:moveTo>
                <a:cubicBezTo>
                  <a:pt x="0" y="3926109"/>
                  <a:pt x="996335" y="5029746"/>
                  <a:pt x="2273104" y="5162459"/>
                </a:cubicBezTo>
                <a:lnTo>
                  <a:pt x="2370044" y="5167469"/>
                </a:lnTo>
                <a:lnTo>
                  <a:pt x="2370043" y="1109"/>
                </a:lnTo>
                <a:lnTo>
                  <a:pt x="2273104" y="6119"/>
                </a:lnTo>
                <a:cubicBezTo>
                  <a:pt x="996335" y="138833"/>
                  <a:pt x="0" y="1242470"/>
                  <a:pt x="0" y="2584289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2"/>
              </a:gs>
              <a:gs pos="26000">
                <a:srgbClr val="C95A84"/>
              </a:gs>
              <a:gs pos="65000">
                <a:schemeClr val="accent6"/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BB0C4-4982-9534-E355-6F700CA6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189782"/>
            <a:ext cx="5219086" cy="3830130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0" name="Местозаполнитель нижнего колонтитула 4">
            <a:extLst>
              <a:ext uri="{FF2B5EF4-FFF2-40B4-BE49-F238E27FC236}">
                <a16:creationId xmlns:a16="http://schemas.microsoft.com/office/drawing/2014/main" id="{43D0BC76-B58B-4508-A4FF-DC3D3ADB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39649" y="1823065"/>
            <a:ext cx="3936495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3" name="Местозаполнитель содержимого 2">
            <a:extLst>
              <a:ext uri="{FF2B5EF4-FFF2-40B4-BE49-F238E27FC236}">
                <a16:creationId xmlns:a16="http://schemas.microsoft.com/office/drawing/2014/main" id="{50A73B76-2F23-43F4-BD43-914BAEE88CF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887059" y="2009950"/>
            <a:ext cx="4529559" cy="3725411"/>
          </a:xfrm>
        </p:spPr>
        <p:txBody>
          <a:bodyPr rtlCol="0" anchor="ctr">
            <a:normAutofit/>
          </a:bodyPr>
          <a:lstStyle>
            <a:lvl1pPr marL="457200" indent="-228600" algn="l"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lang="ru-RU"/>
            </a:lvl2pPr>
            <a:lvl3pPr marL="1200150" indent="-285750">
              <a:buFont typeface="Arial" panose="020B0604020202020204" pitchFamily="34" charset="0"/>
              <a:buChar char="•"/>
              <a:defRPr lang="ru-RU"/>
            </a:lvl3pPr>
            <a:lvl4pPr marL="1657350" indent="-285750">
              <a:buFont typeface="Arial" panose="020B0604020202020204" pitchFamily="34" charset="0"/>
              <a:buChar char="•"/>
              <a:defRPr lang="ru-RU"/>
            </a:lvl4pPr>
            <a:lvl5pPr marL="2114550" indent="-285750">
              <a:buFont typeface="Arial" panose="020B0604020202020204" pitchFamily="34" charset="0"/>
              <a:buChar char="•"/>
              <a:defRPr lang="ru-RU"/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35" name="Местозаполнитель даты 3">
            <a:extLst>
              <a:ext uri="{FF2B5EF4-FFF2-40B4-BE49-F238E27FC236}">
                <a16:creationId xmlns:a16="http://schemas.microsoft.com/office/drawing/2014/main" id="{B0C91521-9FA7-4A68-9C94-30DAE875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36" name="Местозаполнитель номера слайда 5">
            <a:extLst>
              <a:ext uri="{FF2B5EF4-FFF2-40B4-BE49-F238E27FC236}">
                <a16:creationId xmlns:a16="http://schemas.microsoft.com/office/drawing/2014/main" id="{43143B3C-F960-42CF-BBA0-4990E987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fld id="{39A857F5-96C8-461D-A78C-38E92FE1C522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59728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C8E402A4-F264-4871-DFF1-9A34F1F1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82" y="0"/>
            <a:ext cx="12252955" cy="6858000"/>
            <a:chOff x="-30482" y="0"/>
            <a:chExt cx="12252955" cy="6858000"/>
          </a:xfrm>
        </p:grpSpPr>
        <p:sp useBgFill="1"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-425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-30482" y="0"/>
              <a:ext cx="6553723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285750" indent="-285750" algn="ctr" rtl="0">
                <a:buFont typeface="Arial" panose="020B0604020202020204" pitchFamily="34" charset="0"/>
                <a:buChar char="•"/>
              </a:pPr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230DFABF-2A96-46EC-8C35-1C4A9D0A0739}"/>
                </a:ext>
              </a:extLst>
            </p:cNvPr>
            <p:cNvSpPr/>
            <p:nvPr userDrawn="1"/>
          </p:nvSpPr>
          <p:spPr>
            <a:xfrm flipH="1">
              <a:off x="6523243" y="469850"/>
              <a:ext cx="3170572" cy="6387725"/>
            </a:xfrm>
            <a:custGeom>
              <a:avLst/>
              <a:gdLst>
                <a:gd name="connsiteX0" fmla="*/ 0 w 4065484"/>
                <a:gd name="connsiteY0" fmla="*/ 4424531 h 8849062"/>
                <a:gd name="connsiteX1" fmla="*/ 3899197 w 4065484"/>
                <a:gd name="connsiteY1" fmla="*/ 8840480 h 8849062"/>
                <a:gd name="connsiteX2" fmla="*/ 4065484 w 4065484"/>
                <a:gd name="connsiteY2" fmla="*/ 8849062 h 8849062"/>
                <a:gd name="connsiteX3" fmla="*/ 4065483 w 4065484"/>
                <a:gd name="connsiteY3" fmla="*/ 0 h 8849062"/>
                <a:gd name="connsiteX4" fmla="*/ 3899197 w 4065484"/>
                <a:gd name="connsiteY4" fmla="*/ 8581 h 8849062"/>
                <a:gd name="connsiteX5" fmla="*/ 0 w 4065484"/>
                <a:gd name="connsiteY5" fmla="*/ 4424531 h 884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5484" h="8849062">
                  <a:moveTo>
                    <a:pt x="0" y="4424531"/>
                  </a:moveTo>
                  <a:cubicBezTo>
                    <a:pt x="0" y="6722831"/>
                    <a:pt x="1709076" y="8613167"/>
                    <a:pt x="3899197" y="8840480"/>
                  </a:cubicBezTo>
                  <a:lnTo>
                    <a:pt x="4065484" y="8849062"/>
                  </a:lnTo>
                  <a:lnTo>
                    <a:pt x="4065483" y="0"/>
                  </a:lnTo>
                  <a:lnTo>
                    <a:pt x="3899197" y="8581"/>
                  </a:lnTo>
                  <a:cubicBezTo>
                    <a:pt x="1709075" y="235897"/>
                    <a:pt x="0" y="2126232"/>
                    <a:pt x="0" y="4424531"/>
                  </a:cubicBezTo>
                  <a:close/>
                </a:path>
              </a:pathLst>
            </a:cu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10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2" name="Полилиния: Фигура 19">
              <a:extLst>
                <a:ext uri="{FF2B5EF4-FFF2-40B4-BE49-F238E27FC236}">
                  <a16:creationId xmlns:a16="http://schemas.microsoft.com/office/drawing/2014/main" id="{0CC1E85A-F138-6197-E8DA-2DE6BB5E0619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 flipH="1">
              <a:off x="3822710" y="933418"/>
              <a:ext cx="5431536" cy="5431536"/>
            </a:xfrm>
            <a:prstGeom prst="ellipse">
              <a:avLst/>
            </a:pr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3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6EECD023-F890-6522-3CBB-909C23BF31B3}"/>
                </a:ext>
              </a:extLst>
            </p:cNvPr>
            <p:cNvSpPr/>
            <p:nvPr userDrawn="1"/>
          </p:nvSpPr>
          <p:spPr>
            <a:xfrm rot="5400000" flipH="1">
              <a:off x="8043933" y="2679459"/>
              <a:ext cx="2657845" cy="5699234"/>
            </a:xfrm>
            <a:prstGeom prst="rect">
              <a:avLst/>
            </a:prstGeom>
            <a:gradFill>
              <a:gsLst>
                <a:gs pos="2000">
                  <a:schemeClr val="accent4">
                    <a:alpha val="50000"/>
                  </a:schemeClr>
                </a:gs>
                <a:gs pos="100000">
                  <a:schemeClr val="accent3">
                    <a:alpha val="20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872" y="548640"/>
            <a:ext cx="5538158" cy="5810678"/>
          </a:xfrm>
        </p:spPr>
        <p:txBody>
          <a:bodyPr rtlCol="0" anchor="ctr" anchorCtr="0"/>
          <a:lstStyle>
            <a:lvl1pPr algn="l">
              <a:defRPr lang="ru-RU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14" name="Замещающая рамка рисунка 13">
            <a:extLst>
              <a:ext uri="{FF2B5EF4-FFF2-40B4-BE49-F238E27FC236}">
                <a16:creationId xmlns:a16="http://schemas.microsoft.com/office/drawing/2014/main" id="{E5A540C6-9611-36DF-E763-4F4D9F6190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23243" y="948047"/>
            <a:ext cx="2711967" cy="5431330"/>
          </a:xfrm>
          <a:custGeom>
            <a:avLst/>
            <a:gdLst>
              <a:gd name="connsiteX0" fmla="*/ 0 w 2711967"/>
              <a:gd name="connsiteY0" fmla="*/ 0 h 5431330"/>
              <a:gd name="connsiteX1" fmla="*/ 275450 w 2711967"/>
              <a:gd name="connsiteY1" fmla="*/ 13918 h 5431330"/>
              <a:gd name="connsiteX2" fmla="*/ 2711967 w 2711967"/>
              <a:gd name="connsiteY2" fmla="*/ 2715665 h 5431330"/>
              <a:gd name="connsiteX3" fmla="*/ 275450 w 2711967"/>
              <a:gd name="connsiteY3" fmla="*/ 5417412 h 5431330"/>
              <a:gd name="connsiteX4" fmla="*/ 0 w 2711967"/>
              <a:gd name="connsiteY4" fmla="*/ 5431330 h 54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1967" h="5431330">
                <a:moveTo>
                  <a:pt x="0" y="0"/>
                </a:moveTo>
                <a:lnTo>
                  <a:pt x="275450" y="13918"/>
                </a:lnTo>
                <a:cubicBezTo>
                  <a:pt x="1644006" y="152993"/>
                  <a:pt x="2711967" y="1309531"/>
                  <a:pt x="2711967" y="2715665"/>
                </a:cubicBezTo>
                <a:cubicBezTo>
                  <a:pt x="2711967" y="4121800"/>
                  <a:pt x="1644006" y="5278338"/>
                  <a:pt x="275450" y="5417412"/>
                </a:cubicBezTo>
                <a:lnTo>
                  <a:pt x="0" y="543133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tIns="1645920" rIns="182880" rtlCol="0" anchor="t" anchorCtr="0">
            <a:noAutofit/>
          </a:bodyPr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5460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6656623-465F-ABF1-A0A3-D5DED6EB1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7809" y="0"/>
            <a:ext cx="6113515" cy="6411879"/>
            <a:chOff x="-17809" y="0"/>
            <a:chExt cx="6113515" cy="6411879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AE2DFFA2-22D4-4919-9C0C-45E51AF578AC}"/>
                </a:ext>
              </a:extLst>
            </p:cNvPr>
            <p:cNvSpPr/>
            <p:nvPr userDrawn="1"/>
          </p:nvSpPr>
          <p:spPr>
            <a:xfrm rot="5400000" flipH="1">
              <a:off x="-152592" y="162118"/>
              <a:ext cx="6400418" cy="6095233"/>
            </a:xfrm>
            <a:prstGeom prst="rect">
              <a:avLst/>
            </a:prstGeom>
            <a:gradFill>
              <a:gsLst>
                <a:gs pos="8000">
                  <a:schemeClr val="accent6"/>
                </a:gs>
                <a:gs pos="100000">
                  <a:schemeClr val="accent5">
                    <a:alpha val="89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24FBF45C-4020-4F59-8E88-4006B53BE427}"/>
                </a:ext>
              </a:extLst>
            </p:cNvPr>
            <p:cNvSpPr/>
            <p:nvPr userDrawn="1"/>
          </p:nvSpPr>
          <p:spPr>
            <a:xfrm rot="5400000" flipH="1">
              <a:off x="-161024" y="143687"/>
              <a:ext cx="6400418" cy="6113043"/>
            </a:xfrm>
            <a:prstGeom prst="rect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BFCE23BB-F1B6-4676-BAD7-56273E800FEB}"/>
                </a:ext>
              </a:extLst>
            </p:cNvPr>
            <p:cNvSpPr/>
            <p:nvPr userDrawn="1"/>
          </p:nvSpPr>
          <p:spPr>
            <a:xfrm rot="5400000" flipH="1">
              <a:off x="1932850" y="2249496"/>
              <a:ext cx="2211724" cy="6113042"/>
            </a:xfrm>
            <a:prstGeom prst="rect">
              <a:avLst/>
            </a:prstGeom>
            <a:gradFill>
              <a:gsLst>
                <a:gs pos="2000">
                  <a:schemeClr val="accent5">
                    <a:alpha val="2800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3136A792-3F80-40BE-96DB-0CDC51B9AA89}"/>
                </a:ext>
              </a:extLst>
            </p:cNvPr>
            <p:cNvSpPr/>
            <p:nvPr userDrawn="1"/>
          </p:nvSpPr>
          <p:spPr>
            <a:xfrm rot="6097846">
              <a:off x="767675" y="747345"/>
              <a:ext cx="4808302" cy="4808302"/>
            </a:xfrm>
            <a:prstGeom prst="ellipse">
              <a:avLst/>
            </a:prstGeom>
            <a:gradFill>
              <a:gsLst>
                <a:gs pos="39000">
                  <a:schemeClr val="accent4">
                    <a:lumMod val="20000"/>
                    <a:lumOff val="80000"/>
                    <a:alpha val="0"/>
                  </a:schemeClr>
                </a:gs>
                <a:gs pos="100000">
                  <a:schemeClr val="accent6">
                    <a:alpha val="29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B9F2E-88FD-DD95-86E3-4FB51190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80592"/>
            <a:ext cx="5168348" cy="371011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6" name="Местозаполнитель содержимого 6">
            <a:extLst>
              <a:ext uri="{FF2B5EF4-FFF2-40B4-BE49-F238E27FC236}">
                <a16:creationId xmlns:a16="http://schemas.microsoft.com/office/drawing/2014/main" id="{D23A755B-04DF-191D-5B87-B81FF2D5532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8502" y="102442"/>
            <a:ext cx="5089242" cy="6177587"/>
          </a:xfrm>
        </p:spPr>
        <p:txBody>
          <a:bodyPr rtlCol="0" anchor="ctr">
            <a:noAutofit/>
          </a:bodyPr>
          <a:lstStyle>
            <a:lvl1pPr marL="0" indent="0">
              <a:buNone/>
              <a:defRPr lang="ru-RU" sz="2000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  <a:lvl2pPr marL="7429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2pPr>
            <a:lvl3pPr marL="12001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3pPr>
            <a:lvl4pPr marL="16573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4pPr>
            <a:lvl5pPr marL="21145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5pPr>
          </a:lstStyle>
          <a:p>
            <a:pPr lvl="0" rtl="0"/>
            <a:r>
              <a:rPr lang="ru-RU" noProof="0" dirty="0"/>
              <a:t>Щелкните, чтобы добавить текст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625606" y="1707902"/>
            <a:ext cx="3708411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48" name="Местозаполнитель даты 1">
            <a:extLst>
              <a:ext uri="{FF2B5EF4-FFF2-40B4-BE49-F238E27FC236}">
                <a16:creationId xmlns:a16="http://schemas.microsoft.com/office/drawing/2014/main" id="{2DCC7554-6615-4584-921E-91285C62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09560" y="6409944"/>
            <a:ext cx="3703320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49" name="Местозаполнитель номера слайда 3">
            <a:extLst>
              <a:ext uri="{FF2B5EF4-FFF2-40B4-BE49-F238E27FC236}">
                <a16:creationId xmlns:a16="http://schemas.microsoft.com/office/drawing/2014/main" id="{564CDF61-B448-4746-A22C-52C864C1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4235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FB616C3-0961-9B6D-36D6-B2839AC86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4" y="0"/>
            <a:ext cx="12192004" cy="6858000"/>
            <a:chOff x="-4" y="0"/>
            <a:chExt cx="12192004" cy="6858000"/>
          </a:xfrm>
        </p:grpSpPr>
        <p:sp useBgFill="1"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1" y="0"/>
              <a:ext cx="5699229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285750" indent="-285750" algn="ctr" rtl="0">
                <a:buFont typeface="Arial" panose="020B0604020202020204" pitchFamily="34" charset="0"/>
                <a:buChar char="•"/>
              </a:pPr>
              <a:endParaRPr lang="ru-RU" dirty="0">
                <a:latin typeface="Calibri Light" panose="020F0302020204030204" pitchFamily="34" charset="0"/>
              </a:endParaRPr>
            </a:p>
          </p:txBody>
        </p:sp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2F31AF05-E572-B087-8746-089966AF623A}"/>
                </a:ext>
              </a:extLst>
            </p:cNvPr>
            <p:cNvGrpSpPr/>
            <p:nvPr userDrawn="1"/>
          </p:nvGrpSpPr>
          <p:grpSpPr>
            <a:xfrm flipH="1">
              <a:off x="0" y="469850"/>
              <a:ext cx="8399763" cy="6388148"/>
              <a:chOff x="3822710" y="469850"/>
              <a:chExt cx="8399763" cy="6388148"/>
            </a:xfrm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230DFABF-2A96-46EC-8C35-1C4A9D0A0739}"/>
                  </a:ext>
                </a:extLst>
              </p:cNvPr>
              <p:cNvSpPr/>
              <p:nvPr userDrawn="1"/>
            </p:nvSpPr>
            <p:spPr>
              <a:xfrm flipH="1">
                <a:off x="6523243" y="469850"/>
                <a:ext cx="3170572" cy="6387725"/>
              </a:xfrm>
              <a:custGeom>
                <a:avLst/>
                <a:gdLst>
                  <a:gd name="connsiteX0" fmla="*/ 0 w 4065484"/>
                  <a:gd name="connsiteY0" fmla="*/ 4424531 h 8849062"/>
                  <a:gd name="connsiteX1" fmla="*/ 3899197 w 4065484"/>
                  <a:gd name="connsiteY1" fmla="*/ 8840480 h 8849062"/>
                  <a:gd name="connsiteX2" fmla="*/ 4065484 w 4065484"/>
                  <a:gd name="connsiteY2" fmla="*/ 8849062 h 8849062"/>
                  <a:gd name="connsiteX3" fmla="*/ 4065483 w 4065484"/>
                  <a:gd name="connsiteY3" fmla="*/ 0 h 8849062"/>
                  <a:gd name="connsiteX4" fmla="*/ 3899197 w 4065484"/>
                  <a:gd name="connsiteY4" fmla="*/ 8581 h 8849062"/>
                  <a:gd name="connsiteX5" fmla="*/ 0 w 4065484"/>
                  <a:gd name="connsiteY5" fmla="*/ 4424531 h 8849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5484" h="8849062">
                    <a:moveTo>
                      <a:pt x="0" y="4424531"/>
                    </a:moveTo>
                    <a:cubicBezTo>
                      <a:pt x="0" y="6722831"/>
                      <a:pt x="1709076" y="8613167"/>
                      <a:pt x="3899197" y="8840480"/>
                    </a:cubicBezTo>
                    <a:lnTo>
                      <a:pt x="4065484" y="8849062"/>
                    </a:lnTo>
                    <a:lnTo>
                      <a:pt x="4065483" y="0"/>
                    </a:lnTo>
                    <a:lnTo>
                      <a:pt x="3899197" y="8581"/>
                    </a:lnTo>
                    <a:cubicBezTo>
                      <a:pt x="1709075" y="235897"/>
                      <a:pt x="0" y="2126232"/>
                      <a:pt x="0" y="4424531"/>
                    </a:cubicBezTo>
                    <a:close/>
                  </a:path>
                </a:pathLst>
              </a:custGeom>
              <a:gradFill flip="none" rotWithShape="1">
                <a:gsLst>
                  <a:gs pos="7000">
                    <a:schemeClr val="accent4">
                      <a:lumMod val="60000"/>
                      <a:lumOff val="40000"/>
                      <a:alpha val="10000"/>
                    </a:schemeClr>
                  </a:gs>
                  <a:gs pos="100000">
                    <a:schemeClr val="bg1">
                      <a:alpha val="16000"/>
                    </a:schemeClr>
                  </a:gs>
                </a:gsLst>
                <a:lin ang="6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 Light" panose="020F0302020204030204" pitchFamily="34" charset="0"/>
                </a:endParaRPr>
              </a:p>
            </p:txBody>
          </p:sp>
          <p:sp>
            <p:nvSpPr>
              <p:cNvPr id="22" name="Полилиния: Фигура 19">
                <a:extLst>
                  <a:ext uri="{FF2B5EF4-FFF2-40B4-BE49-F238E27FC236}">
                    <a16:creationId xmlns:a16="http://schemas.microsoft.com/office/drawing/2014/main" id="{0CC1E85A-F138-6197-E8DA-2DE6BB5E061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6200000" flipH="1">
                <a:off x="3822710" y="933418"/>
                <a:ext cx="5431536" cy="5431536"/>
              </a:xfrm>
              <a:prstGeom prst="ellipse">
                <a:avLst/>
              </a:prstGeom>
              <a:gradFill flip="none" rotWithShape="1">
                <a:gsLst>
                  <a:gs pos="7000">
                    <a:schemeClr val="accent4">
                      <a:lumMod val="60000"/>
                      <a:lumOff val="40000"/>
                      <a:alpha val="3000"/>
                    </a:schemeClr>
                  </a:gs>
                  <a:gs pos="100000">
                    <a:schemeClr val="bg1">
                      <a:alpha val="16000"/>
                    </a:schemeClr>
                  </a:gs>
                </a:gsLst>
                <a:lin ang="6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 Light" panose="020F0302020204030204" pitchFamily="34" charset="0"/>
                </a:endParaRPr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EECD023-F890-6522-3CBB-909C23BF31B3}"/>
                  </a:ext>
                </a:extLst>
              </p:cNvPr>
              <p:cNvSpPr/>
              <p:nvPr userDrawn="1"/>
            </p:nvSpPr>
            <p:spPr>
              <a:xfrm rot="5400000" flipH="1">
                <a:off x="8043933" y="2679459"/>
                <a:ext cx="2657845" cy="5699234"/>
              </a:xfrm>
              <a:prstGeom prst="rect">
                <a:avLst/>
              </a:prstGeom>
              <a:gradFill>
                <a:gsLst>
                  <a:gs pos="2000">
                    <a:schemeClr val="accent4">
                      <a:alpha val="25000"/>
                    </a:schemeClr>
                  </a:gs>
                  <a:gs pos="100000">
                    <a:schemeClr val="accent3">
                      <a:alpha val="20000"/>
                    </a:schemeClr>
                  </a:gs>
                </a:gsLst>
                <a:lin ang="13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 Light" panose="020F0302020204030204" pitchFamily="34" charset="0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0" y="548640"/>
            <a:ext cx="5486400" cy="3651513"/>
          </a:xfrm>
        </p:spPr>
        <p:txBody>
          <a:bodyPr rtlCol="0" anchor="b" anchorCtr="0"/>
          <a:lstStyle>
            <a:lvl1pPr algn="l">
              <a:defRPr lang="ru-RU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4" name="Местозаполнитель текста 3">
            <a:extLst>
              <a:ext uri="{FF2B5EF4-FFF2-40B4-BE49-F238E27FC236}">
                <a16:creationId xmlns:a16="http://schemas.microsoft.com/office/drawing/2014/main" id="{2E66F428-2517-EC05-3F5E-08602DD4DA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1250" y="4453466"/>
            <a:ext cx="5486400" cy="1855893"/>
          </a:xfrm>
        </p:spPr>
        <p:txBody>
          <a:bodyPr rtlCol="0">
            <a:normAutofit/>
          </a:bodyPr>
          <a:lstStyle>
            <a:lvl1pPr marL="0" indent="0" algn="l">
              <a:buNone/>
              <a:defRPr lang="ru-RU" sz="2400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  <a:lvl2pPr>
              <a:defRPr lang="ru-RU">
                <a:solidFill>
                  <a:schemeClr val="tx1"/>
                </a:solidFill>
              </a:defRPr>
            </a:lvl2pPr>
            <a:lvl3pPr>
              <a:defRPr lang="ru-RU">
                <a:solidFill>
                  <a:schemeClr val="tx1"/>
                </a:solidFill>
              </a:defRPr>
            </a:lvl3pPr>
            <a:lvl4pPr>
              <a:defRPr lang="ru-RU">
                <a:solidFill>
                  <a:schemeClr val="tx1"/>
                </a:solidFill>
              </a:defRPr>
            </a:lvl4pPr>
            <a:lvl5pPr>
              <a:defRPr lang="ru-RU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dirty="0"/>
              <a:t>Щелкните, чтобы добавить 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5578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2 столбца (слайд сравнения)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5360" y="795528"/>
            <a:ext cx="10241280" cy="123444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добавить заголовок</a:t>
            </a:r>
          </a:p>
        </p:txBody>
      </p:sp>
      <p:sp>
        <p:nvSpPr>
          <p:cNvPr id="8" name="Местозаполнитель нижнего колонтитула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950889" y="1033185"/>
            <a:ext cx="2358977" cy="4572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2" name="Местозаполнитель содержимого 2">
            <a:extLst>
              <a:ext uri="{FF2B5EF4-FFF2-40B4-BE49-F238E27FC236}">
                <a16:creationId xmlns:a16="http://schemas.microsoft.com/office/drawing/2014/main" id="{FE7159F4-9C90-4671-D0C4-5A5F1D7BDA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4172" y="2441273"/>
            <a:ext cx="4841076" cy="3776596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 sz="2000"/>
            </a:lvl1pPr>
            <a:lvl2pPr marL="228600">
              <a:lnSpc>
                <a:spcPct val="100000"/>
              </a:lnSpc>
              <a:spcBef>
                <a:spcPts val="1000"/>
              </a:spcBef>
              <a:defRPr lang="ru-RU" sz="2000"/>
            </a:lvl2pPr>
            <a:lvl3pPr marL="685800">
              <a:lnSpc>
                <a:spcPct val="1000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ct val="100000"/>
              </a:lnSpc>
              <a:spcBef>
                <a:spcPts val="1000"/>
              </a:spcBef>
              <a:defRPr lang="ru-RU" sz="1600"/>
            </a:lvl4pPr>
            <a:lvl5pPr marL="1600200">
              <a:lnSpc>
                <a:spcPct val="100000"/>
              </a:lnSpc>
              <a:spcBef>
                <a:spcPts val="1000"/>
              </a:spcBef>
              <a:defRPr lang="ru-RU" sz="16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1" name="Местозаполнитель содержимого 2">
            <a:extLst>
              <a:ext uri="{FF2B5EF4-FFF2-40B4-BE49-F238E27FC236}">
                <a16:creationId xmlns:a16="http://schemas.microsoft.com/office/drawing/2014/main" id="{94879934-FAC6-CBA9-F178-98B8359AD3B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71754" y="2441273"/>
            <a:ext cx="4841076" cy="3776596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 sz="2000"/>
            </a:lvl1pPr>
            <a:lvl2pPr marL="228600">
              <a:lnSpc>
                <a:spcPct val="100000"/>
              </a:lnSpc>
              <a:spcBef>
                <a:spcPts val="1000"/>
              </a:spcBef>
              <a:defRPr lang="ru-RU" sz="2000"/>
            </a:lvl2pPr>
            <a:lvl3pPr marL="685800">
              <a:lnSpc>
                <a:spcPct val="1000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ct val="100000"/>
              </a:lnSpc>
              <a:spcBef>
                <a:spcPts val="1000"/>
              </a:spcBef>
              <a:defRPr lang="ru-RU" sz="1600"/>
            </a:lvl4pPr>
            <a:lvl5pPr marL="1600200">
              <a:lnSpc>
                <a:spcPct val="100000"/>
              </a:lnSpc>
              <a:spcBef>
                <a:spcPts val="1000"/>
              </a:spcBef>
              <a:defRPr lang="ru-RU" sz="16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7" name="Местозаполнитель даты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9" name="Местозаполнитель номера слайда 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5156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0A4A873-9306-44F1-9047-F853F0082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1292" y="457200"/>
            <a:ext cx="7126530" cy="1569368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добавить заголовок</a:t>
            </a:r>
          </a:p>
        </p:txBody>
      </p:sp>
      <p:sp>
        <p:nvSpPr>
          <p:cNvPr id="12" name="Замещающая рамка рисунка 11">
            <a:extLst>
              <a:ext uri="{FF2B5EF4-FFF2-40B4-BE49-F238E27FC236}">
                <a16:creationId xmlns:a16="http://schemas.microsoft.com/office/drawing/2014/main" id="{50B5C48D-A262-4537-89A8-437CBFD860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41648" cy="6409944"/>
          </a:xfrm>
          <a:solidFill>
            <a:schemeClr val="accent6"/>
          </a:solidFill>
        </p:spPr>
        <p:txBody>
          <a:bodyPr tIns="182880" rtlCol="0" anchor="t" anchorCtr="0">
            <a:norm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 noProof="0" dirty="0"/>
              <a:t>Щелкните значок, чтобы добавить рисунок</a:t>
            </a:r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7" name="Местозаполнитель содержимого 6">
            <a:extLst>
              <a:ext uri="{FF2B5EF4-FFF2-40B4-BE49-F238E27FC236}">
                <a16:creationId xmlns:a16="http://schemas.microsoft.com/office/drawing/2014/main" id="{CDCF384C-15B5-46CF-BA28-3C6898C9A97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41838" y="2368550"/>
            <a:ext cx="7125906" cy="3390900"/>
          </a:xfrm>
        </p:spPr>
        <p:txBody>
          <a:bodyPr rtlCol="0">
            <a:noAutofit/>
          </a:bodyPr>
          <a:lstStyle>
            <a:lvl1pPr marL="0" indent="0">
              <a:buNone/>
              <a:defRPr lang="ru-RU" sz="2000">
                <a:solidFill>
                  <a:schemeClr val="tx1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lang="ru-RU" sz="2000"/>
            </a:lvl2pPr>
            <a:lvl3pPr marL="1200150" indent="-285750">
              <a:buFont typeface="Arial" panose="020B0604020202020204" pitchFamily="34" charset="0"/>
              <a:buChar char="•"/>
              <a:defRPr lang="ru-RU" sz="2000"/>
            </a:lvl3pPr>
            <a:lvl4pPr marL="1657350" indent="-285750">
              <a:buFont typeface="Arial" panose="020B0604020202020204" pitchFamily="34" charset="0"/>
              <a:buChar char="•"/>
              <a:defRPr lang="ru-RU" sz="2000"/>
            </a:lvl4pPr>
            <a:lvl5pPr marL="2114550" indent="-285750"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" name="Местозаполнитель даты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6978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6656623-465F-ABF1-A0A3-D5DED6EB1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078485" y="0"/>
            <a:ext cx="6113515" cy="6411879"/>
            <a:chOff x="-17809" y="0"/>
            <a:chExt cx="6113515" cy="6411879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AE2DFFA2-22D4-4919-9C0C-45E51AF578AC}"/>
                </a:ext>
              </a:extLst>
            </p:cNvPr>
            <p:cNvSpPr/>
            <p:nvPr userDrawn="1"/>
          </p:nvSpPr>
          <p:spPr>
            <a:xfrm rot="5400000" flipH="1">
              <a:off x="-152592" y="162118"/>
              <a:ext cx="6400418" cy="6095233"/>
            </a:xfrm>
            <a:prstGeom prst="rect">
              <a:avLst/>
            </a:prstGeom>
            <a:gradFill>
              <a:gsLst>
                <a:gs pos="8000">
                  <a:schemeClr val="accent6"/>
                </a:gs>
                <a:gs pos="100000">
                  <a:schemeClr val="accent5">
                    <a:alpha val="89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24FBF45C-4020-4F59-8E88-4006B53BE427}"/>
                </a:ext>
              </a:extLst>
            </p:cNvPr>
            <p:cNvSpPr/>
            <p:nvPr userDrawn="1"/>
          </p:nvSpPr>
          <p:spPr>
            <a:xfrm rot="5400000" flipH="1">
              <a:off x="-161024" y="143687"/>
              <a:ext cx="6400418" cy="6113043"/>
            </a:xfrm>
            <a:prstGeom prst="rect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BFCE23BB-F1B6-4676-BAD7-56273E800FEB}"/>
                </a:ext>
              </a:extLst>
            </p:cNvPr>
            <p:cNvSpPr/>
            <p:nvPr userDrawn="1"/>
          </p:nvSpPr>
          <p:spPr>
            <a:xfrm rot="5400000" flipH="1">
              <a:off x="1932850" y="2249496"/>
              <a:ext cx="2211724" cy="6113042"/>
            </a:xfrm>
            <a:prstGeom prst="rect">
              <a:avLst/>
            </a:prstGeom>
            <a:gradFill>
              <a:gsLst>
                <a:gs pos="2000">
                  <a:schemeClr val="accent5">
                    <a:alpha val="2800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3136A792-3F80-40BE-96DB-0CDC51B9AA89}"/>
                </a:ext>
              </a:extLst>
            </p:cNvPr>
            <p:cNvSpPr/>
            <p:nvPr userDrawn="1"/>
          </p:nvSpPr>
          <p:spPr>
            <a:xfrm rot="6097846">
              <a:off x="767675" y="747345"/>
              <a:ext cx="4808302" cy="4808302"/>
            </a:xfrm>
            <a:prstGeom prst="ellipse">
              <a:avLst/>
            </a:prstGeom>
            <a:gradFill>
              <a:gsLst>
                <a:gs pos="39000">
                  <a:schemeClr val="accent4">
                    <a:lumMod val="20000"/>
                    <a:lumOff val="80000"/>
                    <a:alpha val="0"/>
                  </a:schemeClr>
                </a:gs>
                <a:gs pos="100000">
                  <a:schemeClr val="accent6">
                    <a:alpha val="29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B9F2E-88FD-DD95-86E3-4FB51190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461" y="548640"/>
            <a:ext cx="5148469" cy="329184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881933" y="964229"/>
            <a:ext cx="2221066" cy="45720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8" name="Местозаполнитель содержимого 2">
            <a:extLst>
              <a:ext uri="{FF2B5EF4-FFF2-40B4-BE49-F238E27FC236}">
                <a16:creationId xmlns:a16="http://schemas.microsoft.com/office/drawing/2014/main" id="{0436F9EE-DD42-562B-C6F8-A748DBD767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520" y="548541"/>
            <a:ext cx="5029200" cy="1754821"/>
          </a:xfrm>
        </p:spPr>
        <p:txBody>
          <a:bodyPr rtlCol="0">
            <a:noAutofit/>
          </a:bodyPr>
          <a:lstStyle>
            <a:lvl1pPr marL="512064" indent="-512064">
              <a:buFont typeface="+mj-lt"/>
              <a:buAutoNum type="arabicPeriod"/>
              <a:defRPr lang="ru-RU">
                <a:solidFill>
                  <a:schemeClr val="tx1"/>
                </a:solidFill>
              </a:defRPr>
            </a:lvl1pPr>
            <a:lvl2pPr marL="1143000" indent="-457200">
              <a:buFont typeface="+mj-lt"/>
              <a:buAutoNum type="alphaLcPeriod"/>
              <a:defRPr lang="ru-RU">
                <a:solidFill>
                  <a:schemeClr val="tx1"/>
                </a:solidFill>
              </a:defRPr>
            </a:lvl2pPr>
            <a:lvl3pPr marL="1600200" indent="-342900">
              <a:buFont typeface="+mj-lt"/>
              <a:buAutoNum type="arabicParenR"/>
              <a:defRPr lang="ru-RU">
                <a:solidFill>
                  <a:schemeClr val="tx1"/>
                </a:solidFill>
              </a:defRPr>
            </a:lvl3pPr>
            <a:lvl4pPr marL="2057400" indent="-342900">
              <a:buFont typeface="+mj-lt"/>
              <a:buAutoNum type="alphaLcParenR"/>
              <a:defRPr lang="ru-RU">
                <a:solidFill>
                  <a:schemeClr val="tx1"/>
                </a:solidFill>
              </a:defRPr>
            </a:lvl4pPr>
            <a:lvl5pPr marL="2171700" indent="-342900">
              <a:buFont typeface="+mj-lt"/>
              <a:buAutoNum type="arabicPeriod"/>
              <a:defRPr lang="ru-RU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</p:txBody>
      </p:sp>
      <p:sp>
        <p:nvSpPr>
          <p:cNvPr id="9" name="Местозаполнитель содержимого 2">
            <a:extLst>
              <a:ext uri="{FF2B5EF4-FFF2-40B4-BE49-F238E27FC236}">
                <a16:creationId xmlns:a16="http://schemas.microsoft.com/office/drawing/2014/main" id="{65EC04E9-710E-36FF-FDD9-AD9A2C4892B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28666" y="2477910"/>
            <a:ext cx="5029200" cy="379557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2pPr>
            <a:lvl3pPr marL="12001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8" name="Местозаполнитель даты 1">
            <a:extLst>
              <a:ext uri="{FF2B5EF4-FFF2-40B4-BE49-F238E27FC236}">
                <a16:creationId xmlns:a16="http://schemas.microsoft.com/office/drawing/2014/main" id="{2DCC7554-6615-4584-921E-91285C62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09560" y="6409944"/>
            <a:ext cx="3703320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49" name="Местозаполнитель номера слайда 3">
            <a:extLst>
              <a:ext uri="{FF2B5EF4-FFF2-40B4-BE49-F238E27FC236}">
                <a16:creationId xmlns:a16="http://schemas.microsoft.com/office/drawing/2014/main" id="{564CDF61-B448-4746-A22C-52C864C1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75747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547358"/>
            <a:ext cx="10924649" cy="123444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добавить заголовок</a:t>
            </a:r>
          </a:p>
        </p:txBody>
      </p:sp>
      <p:sp>
        <p:nvSpPr>
          <p:cNvPr id="8" name="Местозаполнитель нижнего колонтитула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826891" y="909187"/>
            <a:ext cx="2110981" cy="4572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2" name="Местозаполнитель содержимого 2">
            <a:extLst>
              <a:ext uri="{FF2B5EF4-FFF2-40B4-BE49-F238E27FC236}">
                <a16:creationId xmlns:a16="http://schemas.microsoft.com/office/drawing/2014/main" id="{FE7159F4-9C90-4671-D0C4-5A5F1D7BDA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31520" y="2193277"/>
            <a:ext cx="2633552" cy="3699591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800"/>
            </a:lvl1pPr>
            <a:lvl2pPr marL="742950" indent="-285750"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buFont typeface="Arial" panose="020B0604020202020204" pitchFamily="34" charset="0"/>
              <a:buChar char="•"/>
              <a:defRPr lang="ru-RU" sz="1600"/>
            </a:lvl3pPr>
            <a:lvl4pPr marL="1657350" indent="-285750">
              <a:buFont typeface="Arial" panose="020B0604020202020204" pitchFamily="34" charset="0"/>
              <a:buChar char="•"/>
              <a:defRPr lang="ru-RU" sz="1400"/>
            </a:lvl4pPr>
            <a:lvl5pPr marL="2114550" indent="-285750">
              <a:buFont typeface="Arial" panose="020B0604020202020204" pitchFamily="34" charset="0"/>
              <a:buChar char="•"/>
              <a:defRPr lang="ru-RU" sz="14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</p:txBody>
      </p:sp>
      <p:sp>
        <p:nvSpPr>
          <p:cNvPr id="14" name="Местозаполнитель таблицы 13">
            <a:extLst>
              <a:ext uri="{FF2B5EF4-FFF2-40B4-BE49-F238E27FC236}">
                <a16:creationId xmlns:a16="http://schemas.microsoft.com/office/drawing/2014/main" id="{9BEC78A7-502C-725F-1EE1-69E7CFBAD368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3840163" y="2193925"/>
            <a:ext cx="7827962" cy="3698875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 noProof="0" dirty="0"/>
              <a:t>Щелкните значок, чтобы вставить таблицу</a:t>
            </a:r>
          </a:p>
        </p:txBody>
      </p:sp>
      <p:sp>
        <p:nvSpPr>
          <p:cNvPr id="7" name="Местозаполнитель даты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9" name="Местозаполнитель номера слайда 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843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D997F7F-035E-456B-A91D-44910446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71278" y="445231"/>
            <a:ext cx="6861903" cy="597954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6F7B3B56-B1E0-482A-BCB7-F6DFF267F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6001831" y="218573"/>
            <a:ext cx="6400800" cy="5979538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966FDA2-772B-4D2A-AB6A-EE70A258E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7513392" y="1730137"/>
            <a:ext cx="3377678" cy="597953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3">
                  <a:lumMod val="75000"/>
                  <a:alpha val="8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ED625ADC-8F5C-4D24-FB31-E0A0566E6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82880" y="572611"/>
            <a:ext cx="5676110" cy="5167469"/>
          </a:xfrm>
          <a:custGeom>
            <a:avLst/>
            <a:gdLst>
              <a:gd name="connsiteX0" fmla="*/ 2370046 w 5676110"/>
              <a:gd name="connsiteY0" fmla="*/ 0 h 5167469"/>
              <a:gd name="connsiteX1" fmla="*/ 2370046 w 5676110"/>
              <a:gd name="connsiteY1" fmla="*/ 5165927 h 5167469"/>
              <a:gd name="connsiteX2" fmla="*/ 5676110 w 5676110"/>
              <a:gd name="connsiteY2" fmla="*/ 5165927 h 5167469"/>
              <a:gd name="connsiteX3" fmla="*/ 5676110 w 5676110"/>
              <a:gd name="connsiteY3" fmla="*/ 0 h 5167469"/>
              <a:gd name="connsiteX4" fmla="*/ 0 w 5676110"/>
              <a:gd name="connsiteY4" fmla="*/ 2584289 h 5167469"/>
              <a:gd name="connsiteX5" fmla="*/ 2273104 w 5676110"/>
              <a:gd name="connsiteY5" fmla="*/ 5162459 h 5167469"/>
              <a:gd name="connsiteX6" fmla="*/ 2370044 w 5676110"/>
              <a:gd name="connsiteY6" fmla="*/ 5167469 h 5167469"/>
              <a:gd name="connsiteX7" fmla="*/ 2370043 w 5676110"/>
              <a:gd name="connsiteY7" fmla="*/ 1109 h 5167469"/>
              <a:gd name="connsiteX8" fmla="*/ 2273104 w 5676110"/>
              <a:gd name="connsiteY8" fmla="*/ 6119 h 5167469"/>
              <a:gd name="connsiteX9" fmla="*/ 0 w 5676110"/>
              <a:gd name="connsiteY9" fmla="*/ 2584289 h 516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76110" h="5167469">
                <a:moveTo>
                  <a:pt x="2370046" y="0"/>
                </a:moveTo>
                <a:lnTo>
                  <a:pt x="2370046" y="5165927"/>
                </a:lnTo>
                <a:lnTo>
                  <a:pt x="5676110" y="5165927"/>
                </a:lnTo>
                <a:lnTo>
                  <a:pt x="5676110" y="0"/>
                </a:lnTo>
                <a:close/>
                <a:moveTo>
                  <a:pt x="0" y="2584289"/>
                </a:moveTo>
                <a:cubicBezTo>
                  <a:pt x="0" y="3926109"/>
                  <a:pt x="996335" y="5029746"/>
                  <a:pt x="2273104" y="5162459"/>
                </a:cubicBezTo>
                <a:lnTo>
                  <a:pt x="2370044" y="5167469"/>
                </a:lnTo>
                <a:lnTo>
                  <a:pt x="2370043" y="1109"/>
                </a:lnTo>
                <a:lnTo>
                  <a:pt x="2273104" y="6119"/>
                </a:lnTo>
                <a:cubicBezTo>
                  <a:pt x="996335" y="138833"/>
                  <a:pt x="0" y="1242470"/>
                  <a:pt x="0" y="2584289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2"/>
              </a:gs>
              <a:gs pos="26000">
                <a:srgbClr val="C95A84"/>
              </a:gs>
              <a:gs pos="65000">
                <a:schemeClr val="accent6"/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306F3896-19D4-4232-82CE-6C81979F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191D0E40-FF26-4842-B967-3FA07E78DC55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7BE4E0C1-B316-4C88-9FF8-5BA9F1C67DCE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113291B3-B6EE-40A3-8DD7-FA478AD26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0635413">
            <a:off x="7704887" y="942890"/>
            <a:ext cx="3900087" cy="4178958"/>
          </a:xfrm>
          <a:custGeom>
            <a:avLst/>
            <a:gdLst>
              <a:gd name="connsiteX0" fmla="*/ 2431955 w 3900087"/>
              <a:gd name="connsiteY0" fmla="*/ 93939 h 4178958"/>
              <a:gd name="connsiteX1" fmla="*/ 3900087 w 3900087"/>
              <a:gd name="connsiteY1" fmla="*/ 2089479 h 4178958"/>
              <a:gd name="connsiteX2" fmla="*/ 1810608 w 3900087"/>
              <a:gd name="connsiteY2" fmla="*/ 4178958 h 4178958"/>
              <a:gd name="connsiteX3" fmla="*/ 77979 w 3900087"/>
              <a:gd name="connsiteY3" fmla="*/ 3257727 h 4178958"/>
              <a:gd name="connsiteX4" fmla="*/ 0 w 3900087"/>
              <a:gd name="connsiteY4" fmla="*/ 3129368 h 4178958"/>
              <a:gd name="connsiteX5" fmla="*/ 831517 w 3900087"/>
              <a:gd name="connsiteY5" fmla="*/ 244058 h 4178958"/>
              <a:gd name="connsiteX6" fmla="*/ 997289 w 3900087"/>
              <a:gd name="connsiteY6" fmla="*/ 164202 h 4178958"/>
              <a:gd name="connsiteX7" fmla="*/ 1810608 w 3900087"/>
              <a:gd name="connsiteY7" fmla="*/ 0 h 4178958"/>
              <a:gd name="connsiteX8" fmla="*/ 2431955 w 390008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7" h="4178958">
                <a:moveTo>
                  <a:pt x="2431955" y="93939"/>
                </a:moveTo>
                <a:cubicBezTo>
                  <a:pt x="3282516" y="358491"/>
                  <a:pt x="3900087" y="1151865"/>
                  <a:pt x="3900087" y="2089479"/>
                </a:cubicBezTo>
                <a:cubicBezTo>
                  <a:pt x="3900087" y="3243466"/>
                  <a:pt x="2964595" y="4178958"/>
                  <a:pt x="1810608" y="4178958"/>
                </a:cubicBezTo>
                <a:cubicBezTo>
                  <a:pt x="1089366" y="4178958"/>
                  <a:pt x="453474" y="3813531"/>
                  <a:pt x="77979" y="3257727"/>
                </a:cubicBezTo>
                <a:lnTo>
                  <a:pt x="0" y="3129368"/>
                </a:lnTo>
                <a:lnTo>
                  <a:pt x="831517" y="244058"/>
                </a:lnTo>
                <a:lnTo>
                  <a:pt x="997289" y="164202"/>
                </a:lnTo>
                <a:cubicBezTo>
                  <a:pt x="1247270" y="58468"/>
                  <a:pt x="1522111" y="0"/>
                  <a:pt x="1810608" y="0"/>
                </a:cubicBezTo>
                <a:cubicBezTo>
                  <a:pt x="2026981" y="0"/>
                  <a:pt x="2235672" y="32888"/>
                  <a:pt x="2431955" y="93939"/>
                </a:cubicBezTo>
                <a:close/>
              </a:path>
            </a:pathLst>
          </a:custGeom>
          <a:gradFill>
            <a:gsLst>
              <a:gs pos="34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BB0C4-4982-9534-E355-6F700CA6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492" y="548640"/>
            <a:ext cx="5300038" cy="2194560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0" name="Местозаполнитель нижнего колонтитула 4">
            <a:extLst>
              <a:ext uri="{FF2B5EF4-FFF2-40B4-BE49-F238E27FC236}">
                <a16:creationId xmlns:a16="http://schemas.microsoft.com/office/drawing/2014/main" id="{43D0BC76-B58B-4508-A4FF-DC3D3ADB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637200" y="2720615"/>
            <a:ext cx="5731597" cy="45720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5" name="Местозаполнитель содержимого 6">
            <a:extLst>
              <a:ext uri="{FF2B5EF4-FFF2-40B4-BE49-F238E27FC236}">
                <a16:creationId xmlns:a16="http://schemas.microsoft.com/office/drawing/2014/main" id="{0B619215-4E74-E001-1C4D-1EAAF5DA120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65955" y="1551008"/>
            <a:ext cx="4739422" cy="4264006"/>
          </a:xfrm>
        </p:spPr>
        <p:txBody>
          <a:bodyPr lIns="274320" rtlCol="0" anchor="ctr">
            <a:noAutofit/>
          </a:bodyPr>
          <a:lstStyle>
            <a:lvl1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</a:defRPr>
            </a:lvl1pPr>
            <a:lvl2pPr marL="690372" indent="-34290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2pPr>
            <a:lvl3pPr marL="1200150" indent="-28575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3pPr>
            <a:lvl4pPr marL="1540764" indent="-34290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4pPr>
            <a:lvl5pPr marL="2114550" indent="-28575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 noProof="0" dirty="0"/>
              <a:t>Щелкните, чтобы добавить текст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Местозаполнитель содержимого 2">
            <a:extLst>
              <a:ext uri="{FF2B5EF4-FFF2-40B4-BE49-F238E27FC236}">
                <a16:creationId xmlns:a16="http://schemas.microsoft.com/office/drawing/2014/main" id="{8264404F-5F25-5592-752D-3FD61806AFC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96492" y="3227402"/>
            <a:ext cx="5300038" cy="3004406"/>
          </a:xfrm>
        </p:spPr>
        <p:txBody>
          <a:bodyPr rtlCol="0" anchor="ctr">
            <a:normAutofit/>
          </a:bodyPr>
          <a:lstStyle>
            <a:lvl1pPr marL="347472" indent="-457200" algn="l">
              <a:spcBef>
                <a:spcPts val="1000"/>
              </a:spcBef>
              <a:buFont typeface="+mj-lt"/>
              <a:buAutoNum type="arabicPeriod"/>
              <a:defRPr lang="ru-RU" sz="2000">
                <a:solidFill>
                  <a:schemeClr val="tx1"/>
                </a:solidFill>
              </a:defRPr>
            </a:lvl1pPr>
            <a:lvl2pPr marL="914400" indent="-457200">
              <a:spcBef>
                <a:spcPts val="1000"/>
              </a:spcBef>
              <a:buFont typeface="+mj-lt"/>
              <a:buAutoNum type="alphaLcPeriod"/>
              <a:defRPr lang="ru-RU"/>
            </a:lvl2pPr>
            <a:lvl3pPr marL="1143000" indent="-342900">
              <a:spcBef>
                <a:spcPts val="1000"/>
              </a:spcBef>
              <a:buFont typeface="+mj-lt"/>
              <a:buAutoNum type="arabicParenR"/>
              <a:defRPr lang="ru-RU"/>
            </a:lvl3pPr>
            <a:lvl4pPr marL="1600200" indent="-342900">
              <a:spcBef>
                <a:spcPts val="1000"/>
              </a:spcBef>
              <a:buFont typeface="+mj-lt"/>
              <a:buAutoNum type="alphaLcPeriod"/>
              <a:defRPr lang="ru-RU"/>
            </a:lvl4pPr>
            <a:lvl5pPr marL="2057400" indent="-342900">
              <a:spcBef>
                <a:spcPts val="1000"/>
              </a:spcBef>
              <a:buFont typeface="+mj-lt"/>
              <a:buAutoNum type="romanLcPeriod"/>
              <a:defRPr lang="ru-RU"/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  <a:p>
            <a:pPr lvl="0" rtl="0"/>
            <a:endParaRPr lang="ru-RU" noProof="0" dirty="0"/>
          </a:p>
        </p:txBody>
      </p:sp>
      <p:sp>
        <p:nvSpPr>
          <p:cNvPr id="35" name="Местозаполнитель даты 3">
            <a:extLst>
              <a:ext uri="{FF2B5EF4-FFF2-40B4-BE49-F238E27FC236}">
                <a16:creationId xmlns:a16="http://schemas.microsoft.com/office/drawing/2014/main" id="{B0C91521-9FA7-4A68-9C94-30DAE875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36" name="Местозаполнитель номера слайда 5">
            <a:extLst>
              <a:ext uri="{FF2B5EF4-FFF2-40B4-BE49-F238E27FC236}">
                <a16:creationId xmlns:a16="http://schemas.microsoft.com/office/drawing/2014/main" id="{43143B3C-F960-42CF-BBA0-4990E987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fld id="{39A857F5-96C8-461D-A78C-38E92FE1C522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1352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Местозаполнитель заголовка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Щелкните, чтобы изменить главный стиль заголовка</a:t>
            </a:r>
          </a:p>
        </p:txBody>
      </p:sp>
      <p:sp>
        <p:nvSpPr>
          <p:cNvPr id="3" name="Местозаполнитель текста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главные стили текста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Местозаполнитель даты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800" cap="all" spc="300" baseline="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n-US"/>
              <a:t>20ГГ</a:t>
            </a:r>
            <a:endParaRPr lang="ru-RU" dirty="0"/>
          </a:p>
        </p:txBody>
      </p:sp>
      <p:sp>
        <p:nvSpPr>
          <p:cNvPr id="5" name="Местозаполнитель нижнего колонтитула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800" b="1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6" name="Местозаполнитель номера слайда 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80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fld id="{C01389E6-C847-4AD0-B56D-D205B2EAB1EE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BAD9865-E3DF-48D7-CECC-4E72D4BD6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A4468CB-C30D-82B9-5761-D8A6D6C1B0C1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C3A3149B-9E2E-5045-5FE0-646D9BA81EAB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6371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8" r:id="rId2"/>
    <p:sldLayoutId id="2147483720" r:id="rId3"/>
    <p:sldLayoutId id="2147483724" r:id="rId4"/>
    <p:sldLayoutId id="2147483721" r:id="rId5"/>
    <p:sldLayoutId id="2147483725" r:id="rId6"/>
    <p:sldLayoutId id="2147483726" r:id="rId7"/>
    <p:sldLayoutId id="2147483722" r:id="rId8"/>
    <p:sldLayoutId id="2147483727" r:id="rId9"/>
    <p:sldLayoutId id="2147483723" r:id="rId10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3600" b="1" i="0" kern="1200" cap="all" spc="700" baseline="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E0F0A-3BC6-A4BF-0161-DCE0CBC0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1731702"/>
            <a:ext cx="10241280" cy="3394596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3000" b="1" spc="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Разработка рекомендательного веб-сервиса по фильмам</a:t>
            </a:r>
            <a:endParaRPr lang="ru-RU" sz="3000" spc="4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267CA2E3-D460-AC17-E0D7-ACB291AB7860}"/>
              </a:ext>
            </a:extLst>
          </p:cNvPr>
          <p:cNvSpPr txBox="1"/>
          <p:nvPr/>
        </p:nvSpPr>
        <p:spPr>
          <a:xfrm>
            <a:off x="1828505" y="176942"/>
            <a:ext cx="853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ГОСУДАРСТВЕННОЕ БЮДЖЕТНОЕ ПРОФЕССИОНАЛЬНОЕ ОБРАЗОВАТЕЛЬНОЕ УЧРЕЖДЕНИЕ МОСКОВСКОЙ ОБЛАСТИ "ФИЗИКО-ТЕХНИЧЕСКИЙ КОЛЛЕДЖ" (ГБПОУ МО "ФИЗТЕХ-КОЛЛЕДЖ")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4D93BE0-5319-1192-92C4-39C9EE7C5633}"/>
              </a:ext>
            </a:extLst>
          </p:cNvPr>
          <p:cNvSpPr txBox="1"/>
          <p:nvPr/>
        </p:nvSpPr>
        <p:spPr>
          <a:xfrm>
            <a:off x="8417021" y="5803211"/>
            <a:ext cx="4057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Учебный проект по предмету ОП.04</a:t>
            </a:r>
          </a:p>
          <a:p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Ишевских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Никиты Сергеевича</a:t>
            </a:r>
          </a:p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Группа ИСП-42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0EAAC3BE-1B4C-3536-808D-B4537EF375EF}"/>
              </a:ext>
            </a:extLst>
          </p:cNvPr>
          <p:cNvSpPr txBox="1"/>
          <p:nvPr/>
        </p:nvSpPr>
        <p:spPr>
          <a:xfrm>
            <a:off x="5741476" y="635720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899882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F0D58-25AA-4771-41E5-144B064D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75" y="240338"/>
            <a:ext cx="3222696" cy="1076274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проблема</a:t>
            </a:r>
          </a:p>
        </p:txBody>
      </p:sp>
      <p:sp>
        <p:nvSpPr>
          <p:cNvPr id="5" name="Местозаполнитель текста 2">
            <a:extLst>
              <a:ext uri="{FF2B5EF4-FFF2-40B4-BE49-F238E27FC236}">
                <a16:creationId xmlns:a16="http://schemas.microsoft.com/office/drawing/2014/main" id="{46BA37A0-05E5-F950-376B-6EAC6A986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61163"/>
            <a:ext cx="5029200" cy="4795491"/>
          </a:xfrm>
        </p:spPr>
        <p:txBody>
          <a:bodyPr rtlCol="0" anchor="t" anchorCtr="0">
            <a:normAutofit/>
          </a:bodyPr>
          <a:lstStyle>
            <a:defPPr>
              <a:defRPr lang="ru-RU"/>
            </a:defPPr>
          </a:lstStyle>
          <a:p>
            <a:pPr marL="0" indent="0" algn="ctr" rtl="0">
              <a:buNone/>
            </a:pPr>
            <a:r>
              <a:rPr lang="ru-RU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Проблема выбора контента</a:t>
            </a:r>
            <a:endParaRPr lang="en-US" sz="2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>
              <a:buNone/>
            </a:pPr>
            <a:endParaRPr lang="ru-RU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Избыток контента: Ежедневно появляются тысячи новых фильмов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Парадокс выбора: Пользователи тратят больше времени на поиск, чем на просмотр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Эффект «пузыря»: Стандартные алгоритмы замыкают пользователя в рамках привычного контента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Цель: Создать систему, которая не просто угадывает вкус, но и открывает новое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id="{2ED001CD-F36F-2601-8FDD-1BC823CA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2</a:t>
            </a:fld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87EA89E-6052-ECBA-9BB6-8511F52C3F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163" b="76637" l="9243" r="90319">
                        <a14:foregroundMark x1="10233" y1="29734" x2="11400" y2="36393"/>
                        <a14:foregroundMark x1="55994" y1="22787" x2="13419" y2="23514"/>
                        <a14:foregroundMark x1="13419" y1="23514" x2="8728" y2="30499"/>
                        <a14:foregroundMark x1="8728" y1="30499" x2="8967" y2="55418"/>
                        <a14:foregroundMark x1="8967" y1="55418" x2="11600" y2="62616"/>
                        <a14:foregroundMark x1="11600" y1="62616" x2="30599" y2="75094"/>
                        <a14:foregroundMark x1="30599" y1="75094" x2="52044" y2="76825"/>
                        <a14:foregroundMark x1="52044" y1="76825" x2="82719" y2="75621"/>
                        <a14:foregroundMark x1="82719" y1="75621" x2="89152" y2="73238"/>
                        <a14:foregroundMark x1="8427" y1="58014" x2="9042" y2="25771"/>
                        <a14:foregroundMark x1="9042" y1="25771" x2="16679" y2="22887"/>
                        <a14:foregroundMark x1="16679" y1="22887" x2="28605" y2="23276"/>
                        <a14:foregroundMark x1="28605" y1="23276" x2="47279" y2="22899"/>
                        <a14:foregroundMark x1="47279" y1="22899" x2="59493" y2="23175"/>
                        <a14:foregroundMark x1="59493" y1="23175" x2="65275" y2="25495"/>
                        <a14:foregroundMark x1="9243" y1="38563" x2="10672" y2="48470"/>
                        <a14:foregroundMark x1="63557" y1="59995" x2="65638" y2="43328"/>
                        <a14:foregroundMark x1="65638" y1="43328" x2="64911" y2="27652"/>
                        <a14:foregroundMark x1="90319" y1="73514" x2="90319" y2="76210"/>
                        <a14:backgroundMark x1="91573" y1="75583" x2="92024" y2="75671"/>
                        <a14:backgroundMark x1="89328" y1="78292" x2="92664" y2="74229"/>
                        <a14:backgroundMark x1="8064" y1="22699" x2="9330" y2="219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11" t="18198" r="3022" b="16847"/>
          <a:stretch/>
        </p:blipFill>
        <p:spPr bwMode="auto">
          <a:xfrm>
            <a:off x="7092778" y="1578666"/>
            <a:ext cx="5099222" cy="356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43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D1D41-5286-2B6E-EE70-7893A03C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368653"/>
            <a:ext cx="10241280" cy="70779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Решение — </a:t>
            </a:r>
            <a:r>
              <a:rPr lang="en-US" spc="400" dirty="0"/>
              <a:t>Serendipity Cinema</a:t>
            </a:r>
            <a:endParaRPr lang="ru-RU" spc="400" dirty="0"/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AA9899A-BC50-19B5-0FA9-A07BC368900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70328" y="1631091"/>
            <a:ext cx="9775018" cy="3354757"/>
          </a:xfrm>
        </p:spPr>
        <p:txBody>
          <a:bodyPr rtlCol="0"/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Это умный веб-сервис, который балансирует между тем, что вам гарантированно понравится, и тем, что может приятно удивить</a:t>
            </a:r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id="{513D02C0-0922-7872-ED77-5519F821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3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181C63-A8A2-FFC5-E7B0-2DB05576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51" y="2665665"/>
            <a:ext cx="5900747" cy="31590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377C18E-2473-CFCB-CBCC-6E8A24FFA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049" y="2665665"/>
            <a:ext cx="5918807" cy="31590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1109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06654-0C52-B309-B287-DCD191AB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51" y="256901"/>
            <a:ext cx="5168348" cy="778203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Как это работает?</a:t>
            </a: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id="{6DE0C6C8-BBF8-D6DB-5F26-A9F1C44B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4</a:t>
            </a:fld>
            <a:endParaRPr lang="ru-RU" dirty="0"/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D8B91A61-F472-0C30-EED7-0E2E221249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031143"/>
              </p:ext>
            </p:extLst>
          </p:nvPr>
        </p:nvGraphicFramePr>
        <p:xfrm>
          <a:off x="-187894" y="1259983"/>
          <a:ext cx="6434438" cy="4772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Местозаполнитель содержимого 3">
            <a:extLst>
              <a:ext uri="{FF2B5EF4-FFF2-40B4-BE49-F238E27FC236}">
                <a16:creationId xmlns:a16="http://schemas.microsoft.com/office/drawing/2014/main" id="{4D048EFE-05BC-1407-3E20-B2E0E32D2A9E}"/>
              </a:ext>
            </a:extLst>
          </p:cNvPr>
          <p:cNvSpPr txBox="1">
            <a:spLocks/>
          </p:cNvSpPr>
          <p:nvPr/>
        </p:nvSpPr>
        <p:spPr>
          <a:xfrm>
            <a:off x="6326659" y="256900"/>
            <a:ext cx="5622324" cy="5775993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Основная идея: 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 не просто угадывает вкус пользователя, а балансирует между двумя противоречивыми целями: показать то, что гарантированно понравится, и предложить что-то новое и неожиданное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buFont typeface="Arial" panose="020B0604020202020204" pitchFamily="34" charset="0"/>
              <a:buNone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формируется профиль пользователя: 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 анализирует все фильмы, которые пользователь уже оценил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каждого жанра вычисляется средний вес на основе оценок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Если пользователь высоко оценил триллеры (4.9) и фантастику (5.0), эти жанры получают высокий приоритет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Если фильм принадлежит к этим жанрам, он получает высокую точность (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8736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D1D41-5286-2B6E-EE70-7893A03C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6551"/>
            <a:ext cx="10241280" cy="70779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Архитектура базы данных</a:t>
            </a:r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AA9899A-BC50-19B5-0FA9-A07BC368900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191" y="4473145"/>
            <a:ext cx="10787449" cy="3354757"/>
          </a:xfrm>
        </p:spPr>
        <p:txBody>
          <a:bodyPr rtlCol="0"/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База данных проекта построена на реляционной модели и включает три основные таблицы: User (пользователи), Film (фильмы) и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(оценки), связанные между собой через внешние ключи. Таблица User хранит учётные данные пользователей: уникальный идентификатор, имя,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хеш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пароля, флаг суперпользователя и дату регистрации. </a:t>
            </a:r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id="{513D02C0-0922-7872-ED77-5519F821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5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403FFB-988C-8864-6798-0F1E30F77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211" y="1398075"/>
            <a:ext cx="7558274" cy="273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00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B9C0EA4-B343-FD52-08E6-01DE7230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6552"/>
            <a:ext cx="10241280" cy="638422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Недостатки аналогов и преимущества</a:t>
            </a:r>
          </a:p>
        </p:txBody>
      </p:sp>
      <p:sp>
        <p:nvSpPr>
          <p:cNvPr id="7" name="Местозаполнитель содержимого 3">
            <a:extLst>
              <a:ext uri="{FF2B5EF4-FFF2-40B4-BE49-F238E27FC236}">
                <a16:creationId xmlns:a16="http://schemas.microsoft.com/office/drawing/2014/main" id="{A37CE2B8-4E14-9874-FF3C-272B82CDF622}"/>
              </a:ext>
            </a:extLst>
          </p:cNvPr>
          <p:cNvSpPr txBox="1">
            <a:spLocks/>
          </p:cNvSpPr>
          <p:nvPr/>
        </p:nvSpPr>
        <p:spPr>
          <a:xfrm>
            <a:off x="521867" y="1442704"/>
            <a:ext cx="8696274" cy="2301394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Недостатки аналогов:</a:t>
            </a:r>
          </a:p>
          <a:p>
            <a:pPr marL="285750" lvl="1" indent="-285750">
              <a:lnSpc>
                <a:spcPct val="150000"/>
              </a:lnSpc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Фильтр-пузырь — однотипный контент, без выхода из зоны комфорта</a:t>
            </a:r>
          </a:p>
          <a:p>
            <a:pPr marL="285750" lvl="1" indent="-285750">
              <a:lnSpc>
                <a:spcPct val="150000"/>
              </a:lnSpc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Парадокс выбора — час поиска вместо просмотра</a:t>
            </a:r>
          </a:p>
          <a:p>
            <a:pPr marL="285750" lvl="1" indent="-285750">
              <a:lnSpc>
                <a:spcPct val="150000"/>
              </a:lnSpc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Нет баланса — либо скучная точность, либо случайный шум</a:t>
            </a:r>
          </a:p>
        </p:txBody>
      </p:sp>
      <p:sp>
        <p:nvSpPr>
          <p:cNvPr id="8" name="Местозаполнитель содержимого 3">
            <a:extLst>
              <a:ext uri="{FF2B5EF4-FFF2-40B4-BE49-F238E27FC236}">
                <a16:creationId xmlns:a16="http://schemas.microsoft.com/office/drawing/2014/main" id="{03C57AB4-7BFF-8139-4DDE-4562F077F8FC}"/>
              </a:ext>
            </a:extLst>
          </p:cNvPr>
          <p:cNvSpPr txBox="1">
            <a:spLocks/>
          </p:cNvSpPr>
          <p:nvPr/>
        </p:nvSpPr>
        <p:spPr>
          <a:xfrm>
            <a:off x="4636667" y="3744098"/>
            <a:ext cx="8696274" cy="2301394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sz="1600" b="1" dirty="0">
                <a:effectLst/>
                <a:latin typeface="quote-cjk-patch"/>
              </a:rPr>
              <a:t>Преимущества </a:t>
            </a:r>
            <a:r>
              <a:rPr lang="ru-RU" sz="1600" b="1" dirty="0" err="1">
                <a:effectLst/>
                <a:latin typeface="quote-cjk-patch"/>
              </a:rPr>
              <a:t>Serendipity</a:t>
            </a:r>
            <a:r>
              <a:rPr lang="ru-RU" sz="1600" b="1" dirty="0">
                <a:effectLst/>
                <a:latin typeface="quote-cjk-patch"/>
              </a:rPr>
              <a:t> Cinema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Баланс точности и новизны — угадываем вкус + добавляем приятные сюрпризы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Прозрачный профиль — рекомендации объяснимы через жанры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Быстрый и адаптивный — без тяжёлых фреймворков, двойная тема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Своя база + TMDB — не зависим от монопольных API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5850FE-8D56-BE31-C826-717D943F3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93" y="3953283"/>
            <a:ext cx="3908031" cy="20922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22C0F18-00D5-6E9B-132B-B2F2ACC3F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262" y="1223320"/>
            <a:ext cx="3934664" cy="239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98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06654-0C52-B309-B287-DCD191AB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793"/>
            <a:ext cx="5943292" cy="778203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algn="ctr" rtl="0"/>
            <a:r>
              <a:rPr lang="en-US" sz="3000" spc="400" dirty="0"/>
              <a:t>Backend </a:t>
            </a:r>
            <a:r>
              <a:rPr lang="ru-RU" sz="3000" spc="400" dirty="0"/>
              <a:t>реализация (</a:t>
            </a:r>
            <a:r>
              <a:rPr lang="en-US" sz="3000" spc="400" dirty="0"/>
              <a:t>Django)</a:t>
            </a:r>
            <a:endParaRPr lang="ru-RU" sz="3000" spc="400" dirty="0"/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id="{6DE0C6C8-BBF8-D6DB-5F26-A9F1C44B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7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CC0D55-5253-BC75-5E56-64FF1AB61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275" y="1303637"/>
            <a:ext cx="2870741" cy="49086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A06C6A-EEF2-DCED-6BD6-5ADC839E72D6}"/>
              </a:ext>
            </a:extLst>
          </p:cNvPr>
          <p:cNvSpPr txBox="1"/>
          <p:nvPr/>
        </p:nvSpPr>
        <p:spPr>
          <a:xfrm>
            <a:off x="6369908" y="376177"/>
            <a:ext cx="56470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Серверная часть проекта построена на базе веб-фреймворка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Django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организована по модульному принципу для удобства поддержки и масштабирования. Исходные данные для системы хранятся в директории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где расположены файлы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датасета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MovieLens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Конфигурация фреймворка, включая настройки безопасности и маршрутизацию URL, сосредоточена в корневой папке проекта.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9769F5A-571F-6EB7-1FD2-883C5FEC4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902" y="2282379"/>
            <a:ext cx="2756472" cy="21078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8736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F0D58-25AA-4771-41E5-144B064D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147" y="246517"/>
            <a:ext cx="5825853" cy="729667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algn="ctr" rtl="0"/>
            <a:r>
              <a:rPr lang="en-US" spc="400" dirty="0"/>
              <a:t>Frontend </a:t>
            </a:r>
            <a:r>
              <a:rPr lang="ru-RU" spc="400" dirty="0"/>
              <a:t>реализация</a:t>
            </a:r>
          </a:p>
        </p:txBody>
      </p:sp>
      <p:sp>
        <p:nvSpPr>
          <p:cNvPr id="5" name="Местозаполнитель текста 2">
            <a:extLst>
              <a:ext uri="{FF2B5EF4-FFF2-40B4-BE49-F238E27FC236}">
                <a16:creationId xmlns:a16="http://schemas.microsoft.com/office/drawing/2014/main" id="{46BA37A0-05E5-F950-376B-6EAC6A986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3" y="363455"/>
            <a:ext cx="5751713" cy="5660464"/>
          </a:xfrm>
        </p:spPr>
        <p:txBody>
          <a:bodyPr rtlCol="0" anchor="t" anchorCtr="0">
            <a:normAutofit fontScale="85000" lnSpcReduction="10000"/>
          </a:bodyPr>
          <a:lstStyle>
            <a:defPPr>
              <a:defRPr lang="ru-RU"/>
            </a:defPPr>
          </a:lstStyle>
          <a:p>
            <a:pPr marL="0" indent="0" algn="ctr" rtl="0">
              <a:buNone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Клиентская часть веб-сервиса:</a:t>
            </a:r>
          </a:p>
          <a:p>
            <a:pPr marL="0" indent="0" rtl="0">
              <a:buNone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Реализована с использованием современных веб-технологий HTML5, CSS3 и ванильного JavaScript без тяжелых фреймворков, что обеспечивает высокую скорость загрузки и отзывчивость интерфейса</a:t>
            </a:r>
          </a:p>
          <a:p>
            <a:pPr marL="0" indent="0" rtl="0">
              <a:buNone/>
            </a:pP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 rtl="0">
              <a:buNone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Ключевые особенности реализации: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Адаптивный дизайн: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Интерфейс корректно отображается на всех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Двойная тема оформления: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Пользователь может переключаться между тёмной и светлой темой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Интерактивные модальные окна: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Формы входа и регистрации (как показано на скриншоте) открываются поверх основного контента с плавной анимацией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Динамическое обновление контента: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Переключение между вкладками «Рекомендации» и «Мои оценки» происходит мгновенно без перезагрузки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Анимации и UX: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Плавные CSS-анимации (@keyframes) для фонового эффекта плавающих </a:t>
            </a:r>
            <a:r>
              <a:rPr lang="ru-RU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блобов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hover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-эффекты на карточках фильмов, 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id="{2ED001CD-F36F-2601-8FDD-1BC823CA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8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6356B8-F15B-F81F-C131-4BE88597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91" y="1246840"/>
            <a:ext cx="3964655" cy="499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81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FFA8FAA-D346-68AA-8BD3-859EEA439917}"/>
              </a:ext>
            </a:extLst>
          </p:cNvPr>
          <p:cNvSpPr/>
          <p:nvPr/>
        </p:nvSpPr>
        <p:spPr>
          <a:xfrm>
            <a:off x="7068065" y="5482109"/>
            <a:ext cx="3688492" cy="495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FEF7666-1892-ABBF-CB5F-BE83000ECE47}"/>
              </a:ext>
            </a:extLst>
          </p:cNvPr>
          <p:cNvSpPr/>
          <p:nvPr/>
        </p:nvSpPr>
        <p:spPr>
          <a:xfrm>
            <a:off x="5134233" y="4590732"/>
            <a:ext cx="3447535" cy="495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C551E87-70C5-503F-83D6-503B510BBC62}"/>
              </a:ext>
            </a:extLst>
          </p:cNvPr>
          <p:cNvSpPr/>
          <p:nvPr/>
        </p:nvSpPr>
        <p:spPr>
          <a:xfrm>
            <a:off x="2523864" y="2703212"/>
            <a:ext cx="3793526" cy="55897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F0EEBC2-60A1-CFD7-43B3-52E1EA057A1C}"/>
              </a:ext>
            </a:extLst>
          </p:cNvPr>
          <p:cNvSpPr/>
          <p:nvPr/>
        </p:nvSpPr>
        <p:spPr>
          <a:xfrm>
            <a:off x="4328983" y="3595816"/>
            <a:ext cx="5760309" cy="6672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08E55E9-F9C4-CD77-7EBA-44636C13E8B9}"/>
              </a:ext>
            </a:extLst>
          </p:cNvPr>
          <p:cNvSpPr/>
          <p:nvPr/>
        </p:nvSpPr>
        <p:spPr>
          <a:xfrm>
            <a:off x="704334" y="1785895"/>
            <a:ext cx="4985951" cy="63842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B9C0EA4-B343-FD52-08E6-01DE7230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6552"/>
            <a:ext cx="10241280" cy="63842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А что В будущем?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12AD96-EC36-0E56-BE2C-AC58C465EDAD}"/>
              </a:ext>
            </a:extLst>
          </p:cNvPr>
          <p:cNvSpPr txBox="1"/>
          <p:nvPr/>
        </p:nvSpPr>
        <p:spPr>
          <a:xfrm>
            <a:off x="766116" y="1836001"/>
            <a:ext cx="1110254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Социальные функции (друзья, подборки)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Рекомендации по настроению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		Гибридные алгоритмы (контентная фильтрация)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			Мобильное приложение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					Аналитика расширения вкуса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03AF94A-6C1C-CD67-D2EA-FD147EF6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9" y="4096288"/>
            <a:ext cx="3747149" cy="19999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111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D1D41-5286-2B6E-EE70-7893A03C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558" y="228568"/>
            <a:ext cx="10241280" cy="70779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 rtl="0"/>
            <a:r>
              <a:rPr lang="ru-RU" sz="3200" spc="400" dirty="0"/>
              <a:t>Итог</a:t>
            </a:r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AA9899A-BC50-19B5-0FA9-A07BC368900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2938" y="1167713"/>
            <a:ext cx="11134261" cy="1124465"/>
          </a:xfrm>
        </p:spPr>
        <p:txBody>
          <a:bodyPr rtlCol="0"/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Разработан полнофункциональный веб-сервис «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Serendipity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Cinema», который решает проблему выбора фильмов за счёт персонализированных рекомендаций с настраиваемым балансом между точностью и новизной</a:t>
            </a:r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id="{513D02C0-0922-7872-ED77-5519F821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10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E2D07D-E83F-8D75-7161-717FBBB44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190" y="2292178"/>
            <a:ext cx="7239000" cy="38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2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Calibri"/>
      </a:majorFont>
      <a:minorFont>
        <a:latin typeface="Avenir Next LT Pro Light"/>
        <a:ea typeface=""/>
        <a:cs typeface="Calibri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677_TF89309463_Win32" id="{C1EAF9E5-06E5-4F6A-A3FC-A69FD808DE6B}" vid="{61F783B7-8DDA-42C9-81AF-581D27D91EB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CF92924-243E-4C73-8BD6-689D14A495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54F37A-6805-42D4-9FB4-3CFF01A7B9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D389B5-45E8-4EA7-B5A7-604FF249CF7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Градиентная заливка</Template>
  <TotalTime>211</TotalTime>
  <Words>591</Words>
  <Application>Microsoft Office PowerPoint</Application>
  <PresentationFormat>Широкоэкранный</PresentationFormat>
  <Paragraphs>95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quote-cjk-patch</vt:lpstr>
      <vt:lpstr>GradientRiseVTI</vt:lpstr>
      <vt:lpstr>Разработка рекомендательного веб-сервиса по фильмам</vt:lpstr>
      <vt:lpstr>проблема</vt:lpstr>
      <vt:lpstr>Решение — Serendipity Cinema</vt:lpstr>
      <vt:lpstr>Как это работает?</vt:lpstr>
      <vt:lpstr>Архитектура базы данных</vt:lpstr>
      <vt:lpstr>Недостатки аналогов и преимущества</vt:lpstr>
      <vt:lpstr>Backend реализация (Django)</vt:lpstr>
      <vt:lpstr>Frontend реализация</vt:lpstr>
      <vt:lpstr>А что В будущем?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рекомендательного веб-сервиса по фильмам</dc:title>
  <dc:creator>Miguel Delgado</dc:creator>
  <cp:lastModifiedBy>user</cp:lastModifiedBy>
  <cp:revision>12</cp:revision>
  <dcterms:created xsi:type="dcterms:W3CDTF">2026-04-10T12:47:36Z</dcterms:created>
  <dcterms:modified xsi:type="dcterms:W3CDTF">2026-04-23T07:46:18Z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